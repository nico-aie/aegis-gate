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365760"/>
            <a:ext cx="3474720" cy="365760"/>
          </a:xfrm>
          <a:prstGeom prst="rect">
            <a:avLst/>
          </a:prstGeom>
          <a:solidFill>
            <a:srgbClr val="11151F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38160" y="365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ENTERPRISE CONTROL PLANE  ·  v0.1.0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280160" cy="1280160"/>
          </a:xfrm>
          <a:prstGeom prst="roundRect">
            <a:avLst>
              <a:gd name="adj" fmla="val 14286"/>
            </a:avLst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B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224028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800" kern="0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AEGIS-GATE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24028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D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Firewall  ·  Security Gateway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240280" y="36118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BIG-IP / Imperva / Akamai-class capability — single-binary, distroless, hot-reloadable.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in Rust. Tiered OWASP detection + AI verdict + audit-chained control plane.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v0.1.x adds HA cluster mode, zero-trust upstream mTLS, smart caching, new detectors, and an AI copilot.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5029200"/>
            <a:ext cx="3200400" cy="118872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166360"/>
            <a:ext cx="32004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5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4,891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68680" y="5715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RPS sustained (k6, p99 1.03 ms)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06240" y="5029200"/>
            <a:ext cx="3200400" cy="118872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5166360"/>
            <a:ext cx="32004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 ms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343400" y="5715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verdict  ·  Rust p99  ·  ONNX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680960" y="5029200"/>
            <a:ext cx="3200400" cy="118872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5166360"/>
            <a:ext cx="32004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18+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818120" y="57150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  ·  REST + SSE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Aegis-Gate v0.1.0  ·  WAF &amp; Security Gateway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AEGIS-GATE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Enterprise WAF capability — without the licensing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· healthcare · public sector deployments that need real control, not a black box.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3703320" cy="457200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83080"/>
            <a:ext cx="54864" cy="45720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476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INCUMBENT TAX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25856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· Imperva · Akamai Kona · Cloudflare Enterprise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3108960"/>
            <a:ext cx="3337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Per-RPS pricing, opaque rule sets, slow custom-rule loops.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Cloud-only — limited self-host, no air-gap deploy.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Vendor-controlled detection model &amp; threat intel.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behind a UI, not hash-chained on disk.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1783080"/>
            <a:ext cx="3703320" cy="4572000"/>
          </a:xfrm>
          <a:prstGeom prst="rect">
            <a:avLst/>
          </a:prstGeom>
          <a:solidFill>
            <a:srgbClr val="1A2030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1783080"/>
            <a:ext cx="54864" cy="457200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9476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AEGIS APPROACH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34840" y="225856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Rust binary  ·  own the data plane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34840" y="3108960"/>
            <a:ext cx="3337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Hot-reload routes, detectors, certs, rate-limits — no restart.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NDJSON audit, witness export, CLI verifier.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+ custom rules + optional ONNX AI verdict (your model).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Distroless image, fd-passing hot-restart, K8s/Helm-ready.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703320" cy="457200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783080"/>
            <a:ext cx="54864" cy="4572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94767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WHO SHIPS WITH 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75320" y="225856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teams that need a real audit chain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75320" y="3108960"/>
            <a:ext cx="3337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— PCI / SOC 2 / FIPS workloads, mTLS upstreams.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— HIPAA, DLP inbound + outbound, audit witness.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sector — air-gap deploy, no third-party cloud calls.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teams — multi-vhost upstreams, GitOps config source.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Aegis-Gate v0.1.0  ·  WAF &amp; Security Gateway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ships in v0.1.0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a `prod-balanced` profile, laptop hardware, k6 driver.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2788920" cy="128016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057400"/>
            <a:ext cx="2788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5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4,891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RPS sustained  ·  k6 driver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920240"/>
            <a:ext cx="2788920" cy="128016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2057400"/>
            <a:ext cx="2788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 ms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429000" y="2697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verdict p99  ·  Rust  ·  batch=1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920240"/>
            <a:ext cx="2788920" cy="128016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057400"/>
            <a:ext cx="2788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94.3%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355080" y="2697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multi-class accuracy  ·  11 classes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0" y="1920240"/>
            <a:ext cx="2788920" cy="128016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0" y="2057400"/>
            <a:ext cx="2788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5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21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9281160" y="2697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classes in v1 corpus  ·  11 + 10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337560"/>
            <a:ext cx="2788920" cy="128016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474720"/>
            <a:ext cx="2788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2.3 M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02920" y="4114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  ·  8 sources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3337560"/>
            <a:ext cx="2788920" cy="128016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474720"/>
            <a:ext cx="2788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18+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3429000" y="4114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  ·  React 18 SPA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3337560"/>
            <a:ext cx="2788920" cy="128016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3474720"/>
            <a:ext cx="2788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~70 MB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355080" y="4114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binary  ·  distroless image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44000" y="3337560"/>
            <a:ext cx="2788920" cy="128016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0" y="3474720"/>
            <a:ext cx="2788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6×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9281160" y="41148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surfaces hot-reload  ·  no restart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937760"/>
            <a:ext cx="11430000" cy="128016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937760"/>
            <a:ext cx="54864" cy="128016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 FLAGS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" y="52852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build:  redis · geoip · alerts · ai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94360" y="5669280"/>
            <a:ext cx="914400" cy="365760"/>
          </a:xfrm>
          <a:prstGeom prst="rect">
            <a:avLst/>
          </a:prstGeom>
          <a:solidFill>
            <a:srgbClr val="11151F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5669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taxii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581912" y="5669280"/>
            <a:ext cx="914400" cy="365760"/>
          </a:xfrm>
          <a:prstGeom prst="rect">
            <a:avLst/>
          </a:prstGeom>
          <a:solidFill>
            <a:srgbClr val="11151F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81912" y="5669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569464" y="5669280"/>
            <a:ext cx="914400" cy="365760"/>
          </a:xfrm>
          <a:prstGeom prst="rect">
            <a:avLst/>
          </a:prstGeom>
          <a:solidFill>
            <a:srgbClr val="11151F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9464" y="5669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etcd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557016" y="5669280"/>
            <a:ext cx="914400" cy="365760"/>
          </a:xfrm>
          <a:prstGeom prst="rect">
            <a:avLst/>
          </a:prstGeom>
          <a:solidFill>
            <a:srgbClr val="11151F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57016" y="5669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otel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44568" y="5669280"/>
            <a:ext cx="914400" cy="365760"/>
          </a:xfrm>
          <a:prstGeom prst="rect">
            <a:avLst/>
          </a:prstGeom>
          <a:solidFill>
            <a:srgbClr val="11151F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44568" y="5669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vault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532120" y="5669280"/>
            <a:ext cx="914400" cy="365760"/>
          </a:xfrm>
          <a:prstGeom prst="rect">
            <a:avLst/>
          </a:prstGeom>
          <a:solidFill>
            <a:srgbClr val="11151F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5669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519672" y="5669280"/>
            <a:ext cx="914400" cy="365760"/>
          </a:xfrm>
          <a:prstGeom prst="rect">
            <a:avLst/>
          </a:prstGeom>
          <a:solidFill>
            <a:srgbClr val="11151F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9672" y="5669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gcp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07224" y="5669280"/>
            <a:ext cx="914400" cy="365760"/>
          </a:xfrm>
          <a:prstGeom prst="rect">
            <a:avLst/>
          </a:prstGeom>
          <a:solidFill>
            <a:srgbClr val="11151F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07224" y="5669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494776" y="5669280"/>
            <a:ext cx="914400" cy="365760"/>
          </a:xfrm>
          <a:prstGeom prst="rect">
            <a:avLst/>
          </a:prstGeom>
          <a:solidFill>
            <a:srgbClr val="11151F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494776" y="5669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482328" y="5669280"/>
            <a:ext cx="914400" cy="365760"/>
          </a:xfrm>
          <a:prstGeom prst="rect">
            <a:avLst/>
          </a:prstGeom>
          <a:solidFill>
            <a:srgbClr val="11151F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482328" y="5669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k8s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0469880" y="5669280"/>
            <a:ext cx="914400" cy="365760"/>
          </a:xfrm>
          <a:prstGeom prst="rect">
            <a:avLst/>
          </a:prstGeom>
          <a:solidFill>
            <a:srgbClr val="11151F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469880" y="5669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affinity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6576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Aegis-Gate v0.1.0  ·  WAF &amp; Security Gateway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Request flow  ·  data plane + control plane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 and control plane share nothing on the hot path except an ArcSwap&lt;Config&gt;.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73152" cy="41148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847088"/>
            <a:ext cx="3063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Worker Supervisor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" y="2034540"/>
            <a:ext cx="306324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SO_REUSEPORT · tokio · graceful drain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194560" y="2240280"/>
            <a:ext cx="0" cy="914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233172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331720"/>
            <a:ext cx="73152" cy="41148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350008"/>
            <a:ext cx="3063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TLS / SNI / ACME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537460"/>
            <a:ext cx="306324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rustls 0.23  ·  OCSP staple  ·  hot swap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194560" y="2743200"/>
            <a:ext cx="0" cy="914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283464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834640"/>
            <a:ext cx="73152" cy="41148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852928"/>
            <a:ext cx="3063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Protocol Layer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" y="3040380"/>
            <a:ext cx="306324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/ h2 / h3 · WS · gRPC · TCP CONNECT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94560" y="3246120"/>
            <a:ext cx="0" cy="914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8640" y="333756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337560"/>
            <a:ext cx="73152" cy="41148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3355848"/>
            <a:ext cx="3063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Admission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3232" y="3543300"/>
            <a:ext cx="306324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concurrency  ·  priority queue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194560" y="3749040"/>
            <a:ext cx="0" cy="914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48640" y="384048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8640" y="3840480"/>
            <a:ext cx="73152" cy="41148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3858768"/>
            <a:ext cx="3063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Route Table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3232" y="4046220"/>
            <a:ext cx="306324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+ path trie + regex  ·  audit-mutated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194560" y="4251960"/>
            <a:ext cx="0" cy="914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48640" y="434340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4343400"/>
            <a:ext cx="73152" cy="41148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4361688"/>
            <a:ext cx="3063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Pipeline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3232" y="4549140"/>
            <a:ext cx="306324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detectors  ·  rate-limit  ·  DDoS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94560" y="4754880"/>
            <a:ext cx="0" cy="914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48640" y="484632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4846320"/>
            <a:ext cx="73152" cy="41148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4864608"/>
            <a:ext cx="3063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Upstream Pools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3232" y="5052060"/>
            <a:ext cx="306324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LB strategies  ·  health  ·  circuit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194560" y="5257800"/>
            <a:ext cx="0" cy="9144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48640" y="534924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48640" y="5349240"/>
            <a:ext cx="73152" cy="41148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3232" y="5367528"/>
            <a:ext cx="3063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Response Filter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3232" y="5554980"/>
            <a:ext cx="3063240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hardening  ·  DLP outbound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48640" y="1508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Internet  ▼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48640" y="5852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▼  Backend pools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0" y="1783080"/>
            <a:ext cx="7040880" cy="182880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0" y="1783080"/>
            <a:ext cx="54864" cy="182880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18745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PLANE  (loopback)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754880" y="212140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WAF Console  ·  React 18 SPA  ·  /dashboard/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754880" y="251460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Auth: IP-allow → mTLS → argon2id → TOTP → HMAC session → CSRF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Audit-mutated CRUD: every config change hash-chained, hot-swapped, no restart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SSE  ·  /metrics  ·  /healthz/{live,ready}  ·  per-page error boundary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0" y="3840480"/>
            <a:ext cx="2255520" cy="96012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72000" y="3840480"/>
            <a:ext cx="54864" cy="96012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09160" y="3931920"/>
            <a:ext cx="2026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 chain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709160" y="4224528"/>
            <a:ext cx="2026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NDJSON · 8 SIEM sinks · CLI verifier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964680" y="3840480"/>
            <a:ext cx="2255520" cy="96012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964680" y="3840480"/>
            <a:ext cx="54864" cy="9601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01840" y="3931920"/>
            <a:ext cx="2026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State backend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101840" y="4224528"/>
            <a:ext cx="2026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 · Redis (counters · leases · blocks)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357360" y="3840480"/>
            <a:ext cx="2255520" cy="96012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357360" y="3840480"/>
            <a:ext cx="54864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494520" y="3931920"/>
            <a:ext cx="2026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Threat intel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9494520" y="4224528"/>
            <a:ext cx="2026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STIX/TAXII · MaxMind GeoIP · live feed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572000" y="4937760"/>
            <a:ext cx="2255520" cy="96012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572000" y="4937760"/>
            <a:ext cx="54864" cy="9601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709160" y="5029200"/>
            <a:ext cx="2026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Hot reload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709160" y="5321808"/>
            <a:ext cx="2026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watcher ~100 ms · etcd poll ~5 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964680" y="4937760"/>
            <a:ext cx="2255520" cy="96012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964680" y="4937760"/>
            <a:ext cx="54864" cy="96012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101840" y="5029200"/>
            <a:ext cx="2026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101840" y="5321808"/>
            <a:ext cx="2026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· OTLP gRPC · Jaeger spans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9357360" y="4937760"/>
            <a:ext cx="2255520" cy="96012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357360" y="4937760"/>
            <a:ext cx="54864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494520" y="5029200"/>
            <a:ext cx="2026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Secrets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9494520" y="5321808"/>
            <a:ext cx="2026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· Vault · AWS · GCP · Azure resolvers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36576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Aegis-Gate v0.1.0  ·  WAF &amp; Security Gateway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PLANE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Reverse proxy + protocol fan-out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Rust binary on tokio, hyper 1.x, rustls. Hot-swap routes &amp; upstreams from YAML, etcd, or the dashboard.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5669280" cy="219456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28800"/>
            <a:ext cx="54864" cy="219456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65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26771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HTTP/1.1 · HTTP/2 · HTTP/3 · WS · gRPC · TCP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69748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ALPN-driven auto upgrade. WebSocket bridge auto-detected on http/https/auto schemes. h3 listener behind the `http3` feature (quinn + h3). Raw TCP tunnel via CONNECT.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828800"/>
            <a:ext cx="5669280" cy="219456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828800"/>
            <a:ext cx="54864" cy="21945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9659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ROUTING &amp; UPSTREAMS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226771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+ path trie  ·  5 LB strategies  ·  smart cache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69748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round_robin · weighted · least_conn · consistent_hash · p2c · per-member SNI pinning.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— Smart cache: L1 in-process per-node response cache; repeat GET/HEAD from memory;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caches CRITICAL tier; per-pool path-prefix rules; Redis L2 tier planned.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160520"/>
            <a:ext cx="5669280" cy="219456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4160520"/>
            <a:ext cx="54864" cy="21945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297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 / mTLS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459943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rustls 0.23  ·  ACME  ·  upstream mTLS  ·  Zero Trust (beta)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Hot-reloadable cert store · client-cert mTLS w/ SAN allow-list · ACME issue + renew.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— Zero Trust: mutual TLS from the WAF to each backend pool. The WAF presents 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downloadable, rotatable client identity; pin/upload a per-pool backend cert, toggle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per pool, and track handshake failures by reason.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72200" y="4160520"/>
            <a:ext cx="5669280" cy="219456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72200" y="4160520"/>
            <a:ext cx="54864" cy="21945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4297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459943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4,891 RPS sustained  ·  p99 1.03 ms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37,600 req/s baseline, median 60 µs. Adaptive concurrency admission control with priority queue — CRITICAL tier is never shed. Binary handover via fd-passing (`kill -USR2`) for hot-restarts with no dropped connections.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Aegis-Gate v0.1.0  ·  WAF &amp; Security Gateway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PIPELINE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Tiered detector chain  ·  per-class hot toggles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flows through ordered stages — earliest cheap filters, latest AI verdict. Per-tier risk thresholds.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1360170" cy="640080"/>
          </a:xfrm>
          <a:prstGeom prst="roundRect">
            <a:avLst>
              <a:gd name="adj" fmla="val 8571"/>
            </a:avLst>
          </a:prstGeom>
          <a:solidFill>
            <a:srgbClr val="151B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28800"/>
            <a:ext cx="13601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Gates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25930" y="2148840"/>
            <a:ext cx="73152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799082" y="1828800"/>
            <a:ext cx="1360170" cy="640080"/>
          </a:xfrm>
          <a:prstGeom prst="roundRect">
            <a:avLst>
              <a:gd name="adj" fmla="val 8571"/>
            </a:avLst>
          </a:prstGeom>
          <a:solidFill>
            <a:srgbClr val="151B27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99082" y="1828800"/>
            <a:ext cx="13601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JA4 / h2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9252" y="2148840"/>
            <a:ext cx="73152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232404" y="1828800"/>
            <a:ext cx="1360170" cy="640080"/>
          </a:xfrm>
          <a:prstGeom prst="roundRect">
            <a:avLst>
              <a:gd name="adj" fmla="val 8571"/>
            </a:avLst>
          </a:prstGeom>
          <a:solidFill>
            <a:srgbClr val="151B27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32404" y="1828800"/>
            <a:ext cx="13601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detectors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92574" y="2148840"/>
            <a:ext cx="73152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65726" y="1828800"/>
            <a:ext cx="1360170" cy="640080"/>
          </a:xfrm>
          <a:prstGeom prst="roundRect">
            <a:avLst>
              <a:gd name="adj" fmla="val 8571"/>
            </a:avLst>
          </a:prstGeom>
          <a:solidFill>
            <a:srgbClr val="151B27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5726" y="1828800"/>
            <a:ext cx="13601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classifier (ONNX)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25896" y="2148840"/>
            <a:ext cx="73152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099048" y="1828800"/>
            <a:ext cx="1360170" cy="640080"/>
          </a:xfrm>
          <a:prstGeom prst="roundRect">
            <a:avLst>
              <a:gd name="adj" fmla="val 8571"/>
            </a:avLst>
          </a:prstGeom>
          <a:solidFill>
            <a:srgbClr val="151B27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99048" y="1828800"/>
            <a:ext cx="13601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classifier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59218" y="2148840"/>
            <a:ext cx="73152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532370" y="1828800"/>
            <a:ext cx="1360170" cy="640080"/>
          </a:xfrm>
          <a:prstGeom prst="roundRect">
            <a:avLst>
              <a:gd name="adj" fmla="val 8571"/>
            </a:avLst>
          </a:prstGeom>
          <a:solidFill>
            <a:srgbClr val="151B27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32370" y="1828800"/>
            <a:ext cx="13601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guard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892540" y="2148840"/>
            <a:ext cx="73152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965692" y="1828800"/>
            <a:ext cx="1360170" cy="640080"/>
          </a:xfrm>
          <a:prstGeom prst="roundRect">
            <a:avLst>
              <a:gd name="adj" fmla="val 8571"/>
            </a:avLst>
          </a:prstGeom>
          <a:solidFill>
            <a:srgbClr val="151B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5692" y="1828800"/>
            <a:ext cx="13601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aggregator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325862" y="2148840"/>
            <a:ext cx="73152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399014" y="1828800"/>
            <a:ext cx="1360170" cy="640080"/>
          </a:xfrm>
          <a:prstGeom prst="roundRect">
            <a:avLst>
              <a:gd name="adj" fmla="val 8571"/>
            </a:avLst>
          </a:prstGeom>
          <a:solidFill>
            <a:srgbClr val="151B27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99014" y="1828800"/>
            <a:ext cx="13601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/ block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2834640"/>
            <a:ext cx="6858000" cy="374904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2834640"/>
            <a:ext cx="54864" cy="374904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29718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DETECTORS  ·  18 classes  ·  per-class hot toggle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355848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6" name="Shape 30"/>
          <p:cNvSpPr/>
          <p:nvPr/>
        </p:nvSpPr>
        <p:spPr>
          <a:xfrm>
            <a:off x="548640" y="6278270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3" name="Shape 30"/>
          <p:cNvSpPr/>
          <p:nvPr/>
        </p:nvSpPr>
        <p:spPr>
          <a:xfrm>
            <a:off x="548640" y="6106363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0" name="Shape 30"/>
          <p:cNvSpPr/>
          <p:nvPr/>
        </p:nvSpPr>
        <p:spPr>
          <a:xfrm>
            <a:off x="548640" y="5934455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3310128"/>
            <a:ext cx="1737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</a:t>
            </a:r>
            <a:endParaRPr lang="en-US" sz="1000" dirty="0"/>
          </a:p>
        </p:txBody>
      </p:sp>
      <p:sp>
        <p:nvSpPr>
          <p:cNvPr id="207" name="Text 31"/>
          <p:cNvSpPr/>
          <p:nvPr/>
        </p:nvSpPr>
        <p:spPr>
          <a:xfrm>
            <a:off x="731520" y="6232550"/>
            <a:ext cx="1737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</a:t>
            </a:r>
            <a:endParaRPr lang="en-US" sz="1000" dirty="0"/>
          </a:p>
        </p:txBody>
      </p:sp>
      <p:sp>
        <p:nvSpPr>
          <p:cNvPr id="204" name="Text 31"/>
          <p:cNvSpPr/>
          <p:nvPr/>
        </p:nvSpPr>
        <p:spPr>
          <a:xfrm>
            <a:off x="731520" y="6060643"/>
            <a:ext cx="1737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canary</a:t>
            </a:r>
            <a:endParaRPr lang="en-US" sz="1000" dirty="0"/>
          </a:p>
        </p:txBody>
      </p:sp>
      <p:sp>
        <p:nvSpPr>
          <p:cNvPr id="201" name="Text 31"/>
          <p:cNvSpPr/>
          <p:nvPr/>
        </p:nvSpPr>
        <p:spPr>
          <a:xfrm>
            <a:off x="731520" y="5888736"/>
            <a:ext cx="1737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514600" y="3310128"/>
            <a:ext cx="45262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· boolean · time-based · UNION</a:t>
            </a:r>
            <a:endParaRPr lang="en-US" sz="950" dirty="0"/>
          </a:p>
        </p:txBody>
      </p:sp>
      <p:sp>
        <p:nvSpPr>
          <p:cNvPr id="208" name="Text 32"/>
          <p:cNvSpPr/>
          <p:nvPr/>
        </p:nvSpPr>
        <p:spPr>
          <a:xfrm>
            <a:off x="2514600" y="6232550"/>
            <a:ext cx="45262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· per-tier override · hot-reload</a:t>
            </a:r>
            <a:endParaRPr lang="en-US" sz="950" dirty="0"/>
          </a:p>
        </p:txBody>
      </p:sp>
      <p:sp>
        <p:nvSpPr>
          <p:cNvPr id="205" name="Text 32"/>
          <p:cNvSpPr/>
          <p:nvPr/>
        </p:nvSpPr>
        <p:spPr>
          <a:xfrm>
            <a:off x="2514600" y="6060643"/>
            <a:ext cx="45262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Decoy paths (/admin, /.env) — instant block</a:t>
            </a:r>
            <a:endParaRPr lang="en-US" sz="950" dirty="0"/>
          </a:p>
        </p:txBody>
      </p:sp>
      <p:sp>
        <p:nvSpPr>
          <p:cNvPr id="202" name="Text 32"/>
          <p:cNvSpPr/>
          <p:nvPr/>
        </p:nvSpPr>
        <p:spPr>
          <a:xfrm>
            <a:off x="2514600" y="5888736"/>
            <a:ext cx="45262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Cross-endpoint seq — login→deposit &lt;5s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3527755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482035"/>
            <a:ext cx="1737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14600" y="3482035"/>
            <a:ext cx="45262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· attr · JS-URI · SVG · mixed-context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48640" y="3699662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3653942"/>
            <a:ext cx="1737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path_traversal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514600" y="3653942"/>
            <a:ext cx="45262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../ · %2e%2e · encoded · double-encoded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8640" y="3871569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3825849"/>
            <a:ext cx="1737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ssrf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514600" y="3825849"/>
            <a:ext cx="45262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IPs · file:// · gopher:// · CIDRs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8640" y="404347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3997756"/>
            <a:ext cx="1737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header_injection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514600" y="3997756"/>
            <a:ext cx="45262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CRLF · XFH poison · method/URL override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48640" y="421538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4169664"/>
            <a:ext cx="1737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body_abuse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514600" y="4169664"/>
            <a:ext cx="45262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Oversize · depth · proto-pollution · XXE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48640" y="4387291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" y="4341571"/>
            <a:ext cx="1737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514600" y="4341571"/>
            <a:ext cx="45262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/.env, /wp-admin · sqlmap, nikto UAs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48640" y="4559198"/>
            <a:ext cx="109728" cy="109728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1520" y="4513478"/>
            <a:ext cx="1737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brute_force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514600" y="4513478"/>
            <a:ext cx="45262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Login-failure cap · 10/min per IP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48640" y="4731105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1520" y="4685385"/>
            <a:ext cx="1737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command_injection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514600" y="4685385"/>
            <a:ext cx="45262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$(), |cmd, /bin/sh · Log4Shell ${jndi}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48640" y="4903012"/>
            <a:ext cx="109728" cy="10972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" y="4857292"/>
            <a:ext cx="1737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template_injection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514600" y="4857292"/>
            <a:ext cx="45262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· Twig · Freemarker · SpEL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548640" y="5074920"/>
            <a:ext cx="109728" cy="10972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1520" y="5029200"/>
            <a:ext cx="1737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nosql_injection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2514600" y="5029200"/>
            <a:ext cx="45262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[$ne] · [$where] · {$gt} operators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48640" y="5246827"/>
            <a:ext cx="109728" cy="109728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1520" y="5201107"/>
            <a:ext cx="1737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open_redirect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514600" y="5201107"/>
            <a:ext cx="45262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?next= / ?redirect_uri= w/ allowlist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48640" y="5418734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1520" y="5373014"/>
            <a:ext cx="1737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jwt_inspection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514600" y="5373014"/>
            <a:ext cx="45262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alg:none · x5c/jwk · kid · jku/x5u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548640" y="5590641"/>
            <a:ext cx="109728" cy="1097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31520" y="5544921"/>
            <a:ext cx="1737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cookie_injection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2514600" y="5544921"/>
            <a:ext cx="45262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SQLi/NoSQLi in session cookies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48640" y="5762548"/>
            <a:ext cx="109728" cy="109728"/>
          </a:xfrm>
          <a:prstGeom prst="ellipse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31520" y="5716828"/>
            <a:ext cx="173736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behavior_signals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2514600" y="5716828"/>
            <a:ext cx="4526280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· missing UA/Referer · first-touch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7360920" y="2834640"/>
            <a:ext cx="4434840" cy="374904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360920" y="2834640"/>
            <a:ext cx="54864" cy="37490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543800" y="297180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TIERS  ·  per-tier block threshold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7543800" y="3337560"/>
            <a:ext cx="1280160" cy="329184"/>
          </a:xfrm>
          <a:prstGeom prst="rect">
            <a:avLst/>
          </a:prstGeom>
          <a:solidFill>
            <a:srgbClr val="11151F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543800" y="333756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8915400" y="33375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@ 50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7543800" y="368503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auth/payment APIs · never shed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7543800" y="3977640"/>
            <a:ext cx="1280160" cy="329184"/>
          </a:xfrm>
          <a:prstGeom prst="rect">
            <a:avLst/>
          </a:prstGeom>
          <a:solidFill>
            <a:srgbClr val="11151F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543800" y="39776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8915400" y="39776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@ 60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7543800" y="432511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user-mutating endpoints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7543800" y="4617720"/>
            <a:ext cx="1280160" cy="329184"/>
          </a:xfrm>
          <a:prstGeom prst="rect">
            <a:avLst/>
          </a:prstGeom>
          <a:solidFill>
            <a:srgbClr val="11151F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543800" y="461772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8915400" y="46177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@ 70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7543800" y="496519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APIs · default tier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7543800" y="5257800"/>
            <a:ext cx="1280160" cy="329184"/>
          </a:xfrm>
          <a:prstGeom prst="rect">
            <a:avLst/>
          </a:prstGeom>
          <a:solidFill>
            <a:srgbClr val="11151F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543800" y="52578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8915400" y="52578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@ 80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7543800" y="560527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· cacheable surface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7543800" y="61264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Audit-mutated, hot-swap, no restart.  Per-tier `challenges_enabled` toggle in dashboard.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36576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Aegis-Gate v0.1.0  ·  WAF &amp; Security Gateway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DETECTOR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ONNX classifier  ·  2.3 M-sample corpus  ·  Rust inference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Operator-supplied ONNX via ort 2.0 · 26-feature extractor · hybrid observe → enforce.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Improved: per-tier deployment (Critical on / Low off) · hot model reload · calibrated confidence threshold.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164080" cy="128016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28800"/>
            <a:ext cx="2164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D5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94.3%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188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accuracy  ·  11 classes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67000" y="1691640"/>
            <a:ext cx="2164080" cy="128016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67000" y="1828800"/>
            <a:ext cx="2164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 ms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804160" y="2468880"/>
            <a:ext cx="188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latency  ·  Rust  ·  batch=1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68240" y="1691640"/>
            <a:ext cx="2164080" cy="128016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68240" y="1828800"/>
            <a:ext cx="216408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4,600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105400" y="2468880"/>
            <a:ext cx="188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req/s  ·  Rust  ·  batch=1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154680"/>
            <a:ext cx="6766560" cy="324612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154680"/>
            <a:ext cx="54864" cy="324612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291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TRAINING CORPUS  ·  ~2.3 M samples  ·  8 sources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611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traffic + synthetic — LLM Generator v1 added 200K attacks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4069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4343400"/>
            <a:ext cx="3108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openappsec  ·  1.3 M legitimate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openappsec  ·  74 K malicious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SRBH2020  ·  594 K combine + 13 K test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CSIC 2010  ·  97 K HTTP requests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ai-waf  ·  12 K REST + JSON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PayloadsAllTheThings  ·  6 K wrapped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Generator v1  ·  210 K (200K + 10K)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86200" y="40690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PER-CLASS F1  ·  top 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86200" y="43616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XXE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43616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86200" y="46542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46542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0.998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86200" y="49469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Log4Shell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49469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0.978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86200" y="5239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 abusion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52395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0.970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86200" y="5532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Injection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5532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0.964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86200" y="5824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Fake Source of Data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126480" y="5824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0.940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0" y="1691640"/>
            <a:ext cx="4480560" cy="260604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315200" y="1691640"/>
            <a:ext cx="54864" cy="26060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0" y="18013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ATTACK CLASSES  ·  11 base + 10 new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98080" y="20756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Generator v1 expanded taxonomy 2×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98080" y="2423160"/>
            <a:ext cx="2020824" cy="256032"/>
          </a:xfrm>
          <a:prstGeom prst="rect">
            <a:avLst/>
          </a:prstGeom>
          <a:solidFill>
            <a:srgbClr val="11151F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0" y="2423160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ldap_injection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582912" y="2423160"/>
            <a:ext cx="2020824" cy="256032"/>
          </a:xfrm>
          <a:prstGeom prst="rect">
            <a:avLst/>
          </a:prstGeom>
          <a:solidFill>
            <a:srgbClr val="11151F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582912" y="2423160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nosql_injection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498080" y="2743200"/>
            <a:ext cx="2020824" cy="256032"/>
          </a:xfrm>
          <a:prstGeom prst="rect">
            <a:avLst/>
          </a:prstGeom>
          <a:solidFill>
            <a:srgbClr val="11151F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0" y="2743200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open_redirect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582912" y="2743200"/>
            <a:ext cx="2020824" cy="256032"/>
          </a:xfrm>
          <a:prstGeom prst="rect">
            <a:avLst/>
          </a:prstGeom>
          <a:solidFill>
            <a:srgbClr val="11151F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582912" y="2743200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graphql_abuse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498080" y="3063240"/>
            <a:ext cx="2020824" cy="256032"/>
          </a:xfrm>
          <a:prstGeom prst="rect">
            <a:avLst/>
          </a:prstGeom>
          <a:solidFill>
            <a:srgbClr val="11151F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98080" y="3063240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prototype_poll.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582912" y="3063240"/>
            <a:ext cx="2020824" cy="256032"/>
          </a:xfrm>
          <a:prstGeom prst="rect">
            <a:avLst/>
          </a:prstGeom>
          <a:solidFill>
            <a:srgbClr val="11151F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582912" y="3063240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rce_deserial.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498080" y="3383280"/>
            <a:ext cx="2020824" cy="256032"/>
          </a:xfrm>
          <a:prstGeom prst="rect">
            <a:avLst/>
          </a:prstGeom>
          <a:solidFill>
            <a:srgbClr val="11151F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98080" y="3383280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http_smuggling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582912" y="3383280"/>
            <a:ext cx="2020824" cy="256032"/>
          </a:xfrm>
          <a:prstGeom prst="rect">
            <a:avLst/>
          </a:prstGeom>
          <a:solidFill>
            <a:srgbClr val="11151F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582912" y="3383280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jwt_abuse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498080" y="3703320"/>
            <a:ext cx="2020824" cy="256032"/>
          </a:xfrm>
          <a:prstGeom prst="rect">
            <a:avLst/>
          </a:prstGeom>
          <a:solidFill>
            <a:srgbClr val="11151F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98080" y="3703320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websocket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582912" y="3703320"/>
            <a:ext cx="2020824" cy="256032"/>
          </a:xfrm>
          <a:prstGeom prst="rect">
            <a:avLst/>
          </a:prstGeom>
          <a:solidFill>
            <a:srgbClr val="11151F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582912" y="3703320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evasion_chain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498080" y="4023360"/>
            <a:ext cx="2020824" cy="256032"/>
          </a:xfrm>
          <a:prstGeom prst="rect">
            <a:avLst/>
          </a:prstGeom>
          <a:solidFill>
            <a:srgbClr val="11151F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98080" y="4023360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polyglot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582912" y="4023360"/>
            <a:ext cx="2020824" cy="256032"/>
          </a:xfrm>
          <a:prstGeom prst="rect">
            <a:avLst/>
          </a:prstGeom>
          <a:solidFill>
            <a:srgbClr val="151B27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582912" y="4023360"/>
            <a:ext cx="2020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+ 11 from v1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315200" y="4434840"/>
            <a:ext cx="4480560" cy="196596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15200" y="4434840"/>
            <a:ext cx="54864" cy="1965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0" y="4572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OBFUSCATION TECHNIQUES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498080" y="4892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at sample level for evasion-aware training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7498080" y="5276088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644384" y="5212080"/>
            <a:ext cx="8641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urlenc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526780" y="5276088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673084" y="5212080"/>
            <a:ext cx="8641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urlenc2x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9555480" y="5276088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701784" y="5212080"/>
            <a:ext cx="8641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urlenc3x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10584180" y="5276088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0730484" y="5212080"/>
            <a:ext cx="8641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hex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7498080" y="5504688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644384" y="5440680"/>
            <a:ext cx="8641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uniesc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8526780" y="5504688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673084" y="5440680"/>
            <a:ext cx="8641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9555480" y="5504688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701784" y="5440680"/>
            <a:ext cx="8641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sqlcomment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10584180" y="5504688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730484" y="5440680"/>
            <a:ext cx="8641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7498080" y="5733288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644384" y="5669280"/>
            <a:ext cx="8641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8526780" y="5733288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673084" y="5669280"/>
            <a:ext cx="8641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newline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9555480" y="5733288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701784" y="5669280"/>
            <a:ext cx="8641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html_dec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10584180" y="5733288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730484" y="5669280"/>
            <a:ext cx="8641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html_hex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7498080" y="5961888"/>
            <a:ext cx="82296" cy="8229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644384" y="5897880"/>
            <a:ext cx="8641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36576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Aegis-Gate v0.1.0  ·  WAF &amp; Security Gateway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&amp; BOT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Composite risk score  ·  challenge ladder  ·  JA4 fingerprint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combines detector hits, fingerprint, geo &amp; threat intel. Trust recovery lets clean traffic from a flagged IP fall back to normal.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5715000" cy="457200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28800"/>
            <a:ext cx="54864" cy="457200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6596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SCORING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 ·  decay  ·  trust recovery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697480"/>
            <a:ext cx="5349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RiskKey: { ip, device_fp?, session? }  — two sessions on a NAT'd IP climb independently.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detector hits, JA4 / JA3 TLS fp, h2 fingerprint, geo / ASN, threat-intel hit.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signal types  ·  5-tier framework (Critical RCE/CVE → Probe/canary).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decay  ·  half-life 5 min default  ·  trust recovery from sustained clean traffic.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Per-tier `challenge_at` / `block_at`, hot-swap.  Default: challenge ≥ 99998, block ≥ 99999.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on Top Attackers (Identifier + Composite RiskKey views) + Live Feed.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1828800"/>
            <a:ext cx="5715000" cy="457200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828800"/>
            <a:ext cx="54864" cy="45720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6596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 MANAGEMENT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224028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JA4 / h2 fingerprint  ·  challenge ladder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2697480"/>
            <a:ext cx="5349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JA4 / JA3 TLS fingerprint + HTTP/2 fingerprint + UA entropy.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Verified-bot rDNS allow-list — Googlebot / Bingbot / Applebot.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velocity-sequence detector — request cadence + path entropy.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detector + canary signal (deception trap on /admin/, /.env, /.git).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Ladder:  JS challenge → CAPTCHA → block, opt-in per-tier.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tokens HMAC-signed, nonce-bound, single-use.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Aegis-Gate v0.1.0  ·  WAF &amp; Security Gateway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TRAFFIC GATES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binary block-or-pass gates  ·  before the detector chain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short-circuit wins.  Cheap filters run first; DDoS fires last so burst attackers are still rate-limited before getting volumetric protection.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2198218" cy="868680"/>
          </a:xfrm>
          <a:prstGeom prst="roundRect">
            <a:avLst>
              <a:gd name="adj" fmla="val 8421"/>
            </a:avLst>
          </a:prstGeom>
          <a:solidFill>
            <a:srgbClr val="151B27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920240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1892808"/>
            <a:ext cx="1466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 LIST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1466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/ CIDR / country block + allow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3978" y="2217420"/>
            <a:ext cx="10972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673706" y="1783080"/>
            <a:ext cx="2198218" cy="868680"/>
          </a:xfrm>
          <a:prstGeom prst="roundRect">
            <a:avLst>
              <a:gd name="adj" fmla="val 8421"/>
            </a:avLst>
          </a:prstGeom>
          <a:solidFill>
            <a:srgbClr val="151B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10866" y="19202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10866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13786" y="1892808"/>
            <a:ext cx="1466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STRIKE-BLOCK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313786" y="2148840"/>
            <a:ext cx="1466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Per-RiskKey lifetime strike counter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71923" y="2217420"/>
            <a:ext cx="10972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981651" y="1783080"/>
            <a:ext cx="2198218" cy="868680"/>
          </a:xfrm>
          <a:prstGeom prst="roundRect">
            <a:avLst>
              <a:gd name="adj" fmla="val 8421"/>
            </a:avLst>
          </a:prstGeom>
          <a:solidFill>
            <a:srgbClr val="151B27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18811" y="1920240"/>
            <a:ext cx="457200" cy="4572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18811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621731" y="1892808"/>
            <a:ext cx="1466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CUMULATIVE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21731" y="2148840"/>
            <a:ext cx="1466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Per-RiskKey decaying score + threshold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179869" y="2217420"/>
            <a:ext cx="10972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289597" y="1783080"/>
            <a:ext cx="2198218" cy="868680"/>
          </a:xfrm>
          <a:prstGeom prst="roundRect">
            <a:avLst>
              <a:gd name="adj" fmla="val 8421"/>
            </a:avLst>
          </a:prstGeom>
          <a:solidFill>
            <a:srgbClr val="151B27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26757" y="1920240"/>
            <a:ext cx="457200" cy="457200"/>
          </a:xfrm>
          <a:prstGeom prst="ellipse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26757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929677" y="1892808"/>
            <a:ext cx="1466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 LIMIT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929677" y="2148840"/>
            <a:ext cx="1466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Sliding-window  ·  token bucket  ·  Redis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487814" y="2217420"/>
            <a:ext cx="109728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597542" y="1783080"/>
            <a:ext cx="2198218" cy="868680"/>
          </a:xfrm>
          <a:prstGeom prst="roundRect">
            <a:avLst>
              <a:gd name="adj" fmla="val 8421"/>
            </a:avLst>
          </a:prstGeom>
          <a:solidFill>
            <a:srgbClr val="151B27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734702" y="1920240"/>
            <a:ext cx="457200" cy="4572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73470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0237622" y="1892808"/>
            <a:ext cx="1466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DDOS GATE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237622" y="2148840"/>
            <a:ext cx="1466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Per-IP burst + EWMA spike-mode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5760" y="272491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 →  gates run in order  ·  first short-circuit wins  ·  passed requests fall through to the detector chain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3154680"/>
            <a:ext cx="5897880" cy="320040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3154680"/>
            <a:ext cx="54864" cy="3200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329184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#5  ·  DDOS DETAIL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4360" y="3611880"/>
            <a:ext cx="5532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Per-IP sliding-window burst  +  EWMA global spike-mode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94360" y="402336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Per-IP burst counter — `burst.limit` per `burst.window` → 403 + audit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EWMA global RPS ticker — α-smoothed mean; spike if ratio &gt; `spike.factor`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Spike-mode tightens block_score for tiers ≥ HIGH (single-node v1)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Cluster-wide broadcast via Redis deferred behind ha-clustering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Hot-disable from dashboard — no restart, audit-chained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0800" y="3154680"/>
            <a:ext cx="5394960" cy="160020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0" y="3154680"/>
            <a:ext cx="54864" cy="1600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83680" y="32644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POLICY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29400" y="3611880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access_list:  { enabled: true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strike_block: { enabled: false, at: 1_000_000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risk:         { challenge_at: 99998, block_at: 99999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rate_limit:   { per_ip: { rpm: 600 }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ddos:         { burst: 200/1s, spike: 4.0x/10s }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00800" y="4846320"/>
            <a:ext cx="5394960" cy="150876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00800" y="4846320"/>
            <a:ext cx="54864" cy="15087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0" y="49560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 ON BLOCK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583680" y="52303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v2.5 interop contract  ·  X-WAF-* headers on every response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6629400" y="562356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HTTP/1.1 403 Forbidden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X-WAF-Action:      block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X-WAF-Reason:      ddos.burst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X-WAF-Rule-Id:     ddos.burst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X-WAF-Decision-Id: 01HZE...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6576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Aegis-Gate v0.1.0  ·  WAF &amp; Security Gateway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PLANE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Aegis WAF Console  ·  18+ pages  ·  audit-mutated everything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SPA bundled into the binary. CSP `script-src 'self'`, no CDN, no unsafe-eval.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7680960" cy="466344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65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INVENTORY</a:t>
            </a:r>
            <a:endParaRPr lang="en-US" sz="1000" dirty="0"/>
          </a:p>
        </p:txBody>
      </p:sp>
      <p:sp>
        <p:nvSpPr>
          <p:cNvPr id="213" name="Text 5"/>
          <p:cNvSpPr/>
          <p:nvPr/>
        </p:nvSpPr>
        <p:spPr>
          <a:xfrm>
            <a:off x="640080" y="5257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COPILOT  ·  beta  ·  advisory, opt-in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OPS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28016" cy="128016"/>
          </a:xfrm>
          <a:prstGeom prst="ellipse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26974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214" name="Text 8"/>
          <p:cNvSpPr/>
          <p:nvPr/>
        </p:nvSpPr>
        <p:spPr>
          <a:xfrm>
            <a:off x="640080" y="5596128"/>
            <a:ext cx="749807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situational briefs + smart-catch triage over the WAF's own telemetry — advisory only; cluster-aware (LLM_ENABLED + provider keys).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128016" cy="128016"/>
          </a:xfrm>
          <a:prstGeom prst="ellipse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0815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557016"/>
            <a:ext cx="128016" cy="128016"/>
          </a:xfrm>
          <a:prstGeom prst="ellipse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46557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41064"/>
            <a:ext cx="128016" cy="128016"/>
          </a:xfrm>
          <a:prstGeom prst="ellipse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84962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325112"/>
            <a:ext cx="128016" cy="128016"/>
          </a:xfrm>
          <a:prstGeom prst="ellipse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211" name="Shape 15"/>
          <p:cNvSpPr/>
          <p:nvPr/>
        </p:nvSpPr>
        <p:spPr>
          <a:xfrm>
            <a:off x="640080" y="4709160"/>
            <a:ext cx="128016" cy="128016"/>
          </a:xfrm>
          <a:prstGeom prst="ellipse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23367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Attackers</a:t>
            </a:r>
            <a:endParaRPr lang="en-US" sz="1200" dirty="0"/>
          </a:p>
        </p:txBody>
      </p:sp>
      <p:sp>
        <p:nvSpPr>
          <p:cNvPr id="212" name="Text 16"/>
          <p:cNvSpPr/>
          <p:nvPr/>
        </p:nvSpPr>
        <p:spPr>
          <a:xfrm>
            <a:off x="841248" y="46177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23160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23160" y="2788920"/>
            <a:ext cx="128016" cy="12801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24328" y="26974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&amp; Upstreams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23160" y="3172968"/>
            <a:ext cx="128016" cy="12801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24328" y="30815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Gates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423160" y="3557016"/>
            <a:ext cx="128016" cy="12801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24328" y="346557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Lists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423160" y="3941064"/>
            <a:ext cx="128016" cy="12801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24328" y="384962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 &amp; Tiers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423160" y="4325112"/>
            <a:ext cx="128016" cy="12801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09" name="Shape 26"/>
          <p:cNvSpPr/>
          <p:nvPr/>
        </p:nvSpPr>
        <p:spPr>
          <a:xfrm>
            <a:off x="2423160" y="4709160"/>
            <a:ext cx="128016" cy="12801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24328" y="423367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200" dirty="0"/>
          </a:p>
        </p:txBody>
      </p:sp>
      <p:sp>
        <p:nvSpPr>
          <p:cNvPr id="210" name="Text 27"/>
          <p:cNvSpPr/>
          <p:nvPr/>
        </p:nvSpPr>
        <p:spPr>
          <a:xfrm>
            <a:off x="2624328" y="46177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Trust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206240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06240" y="2788920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07408" y="26974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206240" y="3172968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07408" y="30815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SLOs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206240" y="3557016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07408" y="346557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206240" y="3941064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07408" y="384962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989320" y="23317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89320" y="2788920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90488" y="26974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989320" y="3172968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90488" y="308152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989320" y="3557016"/>
            <a:ext cx="128016" cy="12801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90488" y="346557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&amp; Guide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229600" y="1828800"/>
            <a:ext cx="3566160" cy="228600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29600" y="1828800"/>
            <a:ext cx="54864" cy="228600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1248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 — DEFENSE IN DEPTH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458200" y="2331720"/>
            <a:ext cx="3200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allow-list (CIDR)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mTLS client cert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 password hash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(RFC 6238)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session cookie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double-submit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Per-IP / per-user rate + lockout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229600" y="4251960"/>
            <a:ext cx="3566160" cy="224028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29600" y="4251960"/>
            <a:ext cx="54864" cy="22402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412480" y="4389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CHAIN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412480" y="4709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hash-chained NDJSON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8458200" y="507492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rotation + retention TTL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SIEM sinks  ·  CEF · LEEF · OCSF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 ·  witness export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`waf audit verify --from &lt;p&gt;`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6576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Aegis-Gate v0.1.0  ·  WAF &amp; Security Gateway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Prometheus  ·  OTel  ·  Grafana  ·  Live Feed SSE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a counter, every span is a trace, every audit event streams to the dashboard in realtime.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3703320" cy="274320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28800"/>
            <a:ext cx="54864" cy="274320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659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PROMETHEUS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2677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/metrics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679192"/>
            <a:ext cx="3337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Per-decision counters (allow / block / challenge)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Per-stage request-duration histogram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Per-route latency  ·  per-detector hits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Audit-event counter  ·  pool health gauges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Runtime: workers · blocking pool · I/O fds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06240" y="1828800"/>
            <a:ext cx="3703320" cy="274320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1828800"/>
            <a:ext cx="54864" cy="27432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9659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OPENTELEMETRY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34840" y="22677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OTLP gRPC  ·  `otel` feature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34840" y="2679192"/>
            <a:ext cx="3337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#[tracing::instrument] on every hot-path span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 parent-child traces per request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tags: decision-id, tier, detector, rule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context propagated to upstream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to existing collector / Tempo / Honeycomb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3703320" cy="274320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828800"/>
            <a:ext cx="54864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19659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75320" y="226771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 ·  `make obs-up`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75320" y="2679192"/>
            <a:ext cx="3337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Overview board — RPS, blocks, latency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board — workers, mem, fd, GC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board — counters, leases, replication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file-provisioned — versioned with the repo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 at :16686 if `otel` feature enabled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754880"/>
            <a:ext cx="11430000" cy="173736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754880"/>
            <a:ext cx="54864" cy="173736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892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FEED  ·  /dashboard/sse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5212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audit event streams to the dashboard. Proto pill on each row distinguishes http · ws-open · ws-close · tcp-open · tcp-close.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" y="5715000"/>
            <a:ext cx="10972800" cy="594360"/>
          </a:xfrm>
          <a:prstGeom prst="rect">
            <a:avLst/>
          </a:prstGeom>
          <a:solidFill>
            <a:srgbClr val="11151F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7150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22:00:57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371600" y="57150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218.92.0.158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60320" y="571500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66160" y="57150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297680" y="5715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/?q=1' OR '1'='1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75120" y="57150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23760" y="5715000"/>
            <a:ext cx="731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955280" y="57150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82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869680" y="57150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784080" y="57150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sqli.union, recon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Aegis-Gate v0.1.0  ·  WAF &amp; Security Gateway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 &amp; SCALING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Three-layer model  ·  in-node → across nodes → shared state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layers ship today — Layer 2 HA cluster is now live: N peers behind one VIP with shared config versioning + Redis leader lease.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11430000" cy="137160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91640"/>
            <a:ext cx="54864" cy="137160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011680"/>
            <a:ext cx="777240" cy="777240"/>
          </a:xfrm>
          <a:prstGeom prst="ellipse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645920" y="18562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1  ·  IN-NODE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tokio workers + CPU affinity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45920" y="253288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runtime.workers — multi-thread tokio runtime built at boot. `affinity` feature pins workers to cores. Restart-only — worker_threads is fixed once the runtime is built.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1920240"/>
            <a:ext cx="3383280" cy="310896"/>
          </a:xfrm>
          <a:prstGeom prst="rect">
            <a:avLst/>
          </a:prstGeom>
          <a:solidFill>
            <a:srgbClr val="11151F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192024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KNOB  runtime.workers · cpu_affinity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138160" y="22860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docs/operations/runtime-tuning.md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227832"/>
            <a:ext cx="11430000" cy="137160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227832"/>
            <a:ext cx="54864" cy="13716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547872"/>
            <a:ext cx="777240" cy="77724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54787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645920" y="33924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2  ·  ACROSS NODES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45920" y="36850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peers behind a single VIP · LIVE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645920" y="4069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2-node fleet (waf-a + waf-b) behind one VIP · per-node heartbeat + drain (readiness → 503).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config versioning — every peer converges to one version (v117, reported in-sync per node).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leader lease runs singleton work (TI refresh · ACME · alerts) on a single node.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38160" y="3456432"/>
            <a:ext cx="3383280" cy="310896"/>
          </a:xfrm>
          <a:prstGeom prst="rect">
            <a:avLst/>
          </a:prstGeom>
          <a:solidFill>
            <a:srgbClr val="11151F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345643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KNOB  node.id  ·  state.redis  ·  external LB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138160" y="38221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docs/operations/ha-clustering.md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764024"/>
            <a:ext cx="11430000" cy="137160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4764024"/>
            <a:ext cx="54864" cy="13716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5084064"/>
            <a:ext cx="777240" cy="7772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08406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0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1645920" y="49286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3  ·  STATE BACKEND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645920" y="52212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Redis-backed shared state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645920" y="5605272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Counters, leases, block lists. Same shape across dev &amp; prod — local in-mem swap-out for tests. Token bucket + sliding-window rate-limit, leader lease via Lua, atomic CAS for config-version pins.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138160" y="4992624"/>
            <a:ext cx="3383280" cy="310896"/>
          </a:xfrm>
          <a:prstGeom prst="rect">
            <a:avLst/>
          </a:prstGeom>
          <a:solidFill>
            <a:srgbClr val="11151F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38160" y="49926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KNOB  state.backend: redis  ·  state.redis.url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138160" y="5358384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Architecture.md §12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Aegis-Gate v0.1.0  ·  WAF &amp; Security Gateway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GUIDE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Quick start  ·  three commands  ·  ~2 min cold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 — `make run-dev` boots the WAF + Redis + mock upstream. The Makefile pulls Redis automatically the first time.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6766560" cy="137160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91640"/>
            <a:ext cx="54864" cy="137160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830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03911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setup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TLS cert  +  release build  ·  cold ~2 min · warm ~10 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200400"/>
            <a:ext cx="6766560" cy="137160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200400"/>
            <a:ext cx="54864" cy="137160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2918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54787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run-dev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94360" y="40233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 WAF + Redis + mock upstream  ·  features: redis, geoip, alerts, ai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709160"/>
            <a:ext cx="6766560" cy="137160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4709160"/>
            <a:ext cx="54864" cy="137160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8006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50566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urls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94360" y="55321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every URL + log path  ·  copy-paste into browser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0" y="1691640"/>
            <a:ext cx="4480560" cy="214884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0" y="1691640"/>
            <a:ext cx="54864" cy="21488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98080" y="18288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 OUTPUT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43800" y="2148840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data-plane listening on 0.0.0.0:8443 (tls=true)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data-plane listening on 0.0.0.0:8080 (tls=false)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admin-plane listening on 127.0.0.1:9443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detector wired into the chain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model_path=.../waf_model.onnx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0" y="3977640"/>
            <a:ext cx="4480560" cy="233172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3977640"/>
            <a:ext cx="54864" cy="233172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0" y="40873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 THE DASHBOARD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98080" y="43891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http://127.0.0.1:9443/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98080" y="48920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    </a:t>
            </a:r>
            <a:pPr indent="0" marL="0">
              <a:buNone/>
            </a:pPr>
            <a:r>
              <a:rPr lang="en-US" sz="1300" b="1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password: </a:t>
            </a:r>
            <a:pPr indent="0" marL="0">
              <a:buNone/>
            </a:pPr>
            <a:r>
              <a:rPr lang="en-US" sz="1300" b="1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aegis-test-1234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98080" y="57607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before exposing admin port:  `waf admin set-password`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Aegis-Gate v0.1.0  ·  WAF &amp; Security Gateway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 TOUR  ·  1 /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Overview  +  Live Feed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KPIs, world-map geolocation of blocked requests, every audit event streamed over SSE.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5715000" cy="4617720"/>
          </a:xfrm>
          <a:prstGeom prst="rect">
            <a:avLst/>
          </a:prstGeom>
          <a:solidFill>
            <a:srgbClr val="0B0F1A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WAF traffic monitoring  ·  last update 1s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259586" cy="914400"/>
          </a:xfrm>
          <a:prstGeom prst="rect">
            <a:avLst/>
          </a:prstGeom>
          <a:solidFill>
            <a:srgbClr val="151B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79192"/>
            <a:ext cx="10767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/ 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1792" y="2880360"/>
            <a:ext cx="11132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881378" y="2606040"/>
            <a:ext cx="1259586" cy="914400"/>
          </a:xfrm>
          <a:prstGeom prst="rect">
            <a:avLst/>
          </a:prstGeom>
          <a:solidFill>
            <a:srgbClr val="151B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72818" y="2679192"/>
            <a:ext cx="10767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rate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54530" y="2880360"/>
            <a:ext cx="11132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0.0%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214116" y="2606040"/>
            <a:ext cx="1259586" cy="914400"/>
          </a:xfrm>
          <a:prstGeom prst="rect">
            <a:avLst/>
          </a:prstGeom>
          <a:solidFill>
            <a:srgbClr val="151B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05556" y="2679192"/>
            <a:ext cx="10767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threats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87268" y="2880360"/>
            <a:ext cx="11132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546854" y="2606040"/>
            <a:ext cx="1259586" cy="914400"/>
          </a:xfrm>
          <a:prstGeom prst="rect">
            <a:avLst/>
          </a:prstGeom>
          <a:solidFill>
            <a:srgbClr val="151B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38294" y="2679192"/>
            <a:ext cx="10767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20006" y="2880360"/>
            <a:ext cx="111328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3703320"/>
            <a:ext cx="5349240" cy="2606040"/>
          </a:xfrm>
          <a:prstGeom prst="rect">
            <a:avLst/>
          </a:prstGeom>
          <a:solidFill>
            <a:srgbClr val="11151F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77647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attack origins  ·  last 60s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06908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ACTIVE SOURCE   ·   365 blocked total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05840" y="5166360"/>
            <a:ext cx="640080" cy="365760"/>
          </a:xfrm>
          <a:prstGeom prst="rect">
            <a:avLst/>
          </a:prstGeom>
          <a:solidFill>
            <a:srgbClr val="2A3441">
              <a:alpha val="50000"/>
            </a:srgbClr>
          </a:solidFill>
          <a:ln w="12700">
            <a:solidFill>
              <a:srgbClr val="2A344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37360" y="4892040"/>
            <a:ext cx="457200" cy="274320"/>
          </a:xfrm>
          <a:prstGeom prst="rect">
            <a:avLst/>
          </a:prstGeom>
          <a:solidFill>
            <a:srgbClr val="2A3441">
              <a:alpha val="50000"/>
            </a:srgbClr>
          </a:solidFill>
          <a:ln w="12700">
            <a:solidFill>
              <a:srgbClr val="2A344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0" y="4800600"/>
            <a:ext cx="822960" cy="457200"/>
          </a:xfrm>
          <a:prstGeom prst="rect">
            <a:avLst/>
          </a:prstGeom>
          <a:solidFill>
            <a:srgbClr val="2A3441">
              <a:alpha val="50000"/>
            </a:srgbClr>
          </a:solidFill>
          <a:ln w="12700">
            <a:solidFill>
              <a:srgbClr val="2A344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5074920"/>
            <a:ext cx="548640" cy="365760"/>
          </a:xfrm>
          <a:prstGeom prst="rect">
            <a:avLst/>
          </a:prstGeom>
          <a:solidFill>
            <a:srgbClr val="2A3441">
              <a:alpha val="50000"/>
            </a:srgbClr>
          </a:solidFill>
          <a:ln w="12700">
            <a:solidFill>
              <a:srgbClr val="2A344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49040" y="5257800"/>
            <a:ext cx="457200" cy="274320"/>
          </a:xfrm>
          <a:prstGeom prst="rect">
            <a:avLst/>
          </a:prstGeom>
          <a:solidFill>
            <a:srgbClr val="2A3441">
              <a:alpha val="50000"/>
            </a:srgbClr>
          </a:solidFill>
          <a:ln w="12700">
            <a:solidFill>
              <a:srgbClr val="2A344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0" y="4892040"/>
            <a:ext cx="640080" cy="457200"/>
          </a:xfrm>
          <a:prstGeom prst="rect">
            <a:avLst/>
          </a:prstGeom>
          <a:solidFill>
            <a:srgbClr val="2A3441">
              <a:alpha val="50000"/>
            </a:srgbClr>
          </a:solidFill>
          <a:ln w="12700">
            <a:solidFill>
              <a:srgbClr val="2A344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37760" y="5166360"/>
            <a:ext cx="548640" cy="365760"/>
          </a:xfrm>
          <a:prstGeom prst="rect">
            <a:avLst/>
          </a:prstGeom>
          <a:solidFill>
            <a:srgbClr val="2A3441">
              <a:alpha val="50000"/>
            </a:srgbClr>
          </a:solidFill>
          <a:ln w="12700">
            <a:solidFill>
              <a:srgbClr val="2A344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80160" y="5715000"/>
            <a:ext cx="365760" cy="274320"/>
          </a:xfrm>
          <a:prstGeom prst="rect">
            <a:avLst/>
          </a:prstGeom>
          <a:solidFill>
            <a:srgbClr val="2A3441">
              <a:alpha val="50000"/>
            </a:srgbClr>
          </a:solidFill>
          <a:ln w="12700">
            <a:solidFill>
              <a:srgbClr val="2A344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34640" y="5715000"/>
            <a:ext cx="274320" cy="182880"/>
          </a:xfrm>
          <a:prstGeom prst="rect">
            <a:avLst/>
          </a:prstGeom>
          <a:solidFill>
            <a:srgbClr val="2A3441">
              <a:alpha val="50000"/>
            </a:srgbClr>
          </a:solidFill>
          <a:ln w="12700">
            <a:solidFill>
              <a:srgbClr val="2A344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37760" y="5806440"/>
            <a:ext cx="365760" cy="274320"/>
          </a:xfrm>
          <a:prstGeom prst="rect">
            <a:avLst/>
          </a:prstGeom>
          <a:solidFill>
            <a:srgbClr val="2A3441">
              <a:alpha val="50000"/>
            </a:srgbClr>
          </a:solidFill>
          <a:ln w="12700">
            <a:solidFill>
              <a:srgbClr val="2A344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26280" y="5120640"/>
            <a:ext cx="164592" cy="164592"/>
          </a:xfrm>
          <a:prstGeom prst="ellipse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0" y="4937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SG-1 EDGE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400800" y="1828800"/>
            <a:ext cx="5486400" cy="4617720"/>
          </a:xfrm>
          <a:prstGeom prst="rect">
            <a:avLst/>
          </a:prstGeom>
          <a:solidFill>
            <a:srgbClr val="0B0F1A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FEED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83680" y="21945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via SSE  ·  CONNECTED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537960" y="2542032"/>
            <a:ext cx="5212080" cy="292608"/>
          </a:xfrm>
          <a:prstGeom prst="rect">
            <a:avLst/>
          </a:prstGeom>
          <a:solidFill>
            <a:srgbClr val="11151F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0" y="254203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223760" y="2542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138160" y="254203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641080" y="25420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9738360" y="254203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424160" y="254203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1064240" y="254203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583680" y="28346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22:00:57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223760" y="28346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218.92.0.158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138160" y="283464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641080" y="28346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/?q=1' OR ...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738360" y="28346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10424160" y="28346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1064240" y="283464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537960" y="3127248"/>
            <a:ext cx="5212080" cy="292608"/>
          </a:xfrm>
          <a:prstGeom prst="rect">
            <a:avLst/>
          </a:prstGeom>
          <a:solidFill>
            <a:srgbClr val="11151F">
              <a:alpha val="4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83680" y="312724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22:00:56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223760" y="3127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45.155.205.10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138160" y="312724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641080" y="312724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/?q=&lt;script&gt;...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9738360" y="312724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0424160" y="312724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1064240" y="312724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xss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583680" y="341985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22:00:56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223760" y="34198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185.220.101.5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138160" y="341985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8641080" y="34198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/../../etc/...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9738360" y="341985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10424160" y="341985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11064240" y="341985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trav.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6537960" y="3712464"/>
            <a:ext cx="5212080" cy="292608"/>
          </a:xfrm>
          <a:prstGeom prst="rect">
            <a:avLst/>
          </a:prstGeom>
          <a:solidFill>
            <a:srgbClr val="11151F">
              <a:alpha val="4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83680" y="371246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22:00:55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7223760" y="371246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203.0.113.45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8138160" y="371246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8641080" y="37124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/?cmd=$(cat...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9738360" y="371246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10424160" y="371246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11064240" y="371246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583680" y="400507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22:00:55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7223760" y="40050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8.8.8.8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8138160" y="400507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8641080" y="400507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/api/health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9738360" y="400507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10424160" y="400507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11064240" y="400507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6537960" y="4297680"/>
            <a:ext cx="5212080" cy="292608"/>
          </a:xfrm>
          <a:prstGeom prst="rect">
            <a:avLst/>
          </a:prstGeom>
          <a:solidFill>
            <a:srgbClr val="11151F">
              <a:alpha val="4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583680" y="42976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22:00:54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7223760" y="42976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1.1.1.1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8138160" y="429768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850" dirty="0"/>
          </a:p>
        </p:txBody>
      </p:sp>
      <p:sp>
        <p:nvSpPr>
          <p:cNvPr id="88" name="Text 86"/>
          <p:cNvSpPr/>
          <p:nvPr/>
        </p:nvSpPr>
        <p:spPr>
          <a:xfrm>
            <a:off x="8641080" y="42976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/static/app.js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9738360" y="429768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10424160" y="42976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11064240" y="429768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6583680" y="45902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22:00:54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7223760" y="45902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94.142.241.5</a:t>
            </a:r>
            <a:endParaRPr lang="en-US" sz="850" dirty="0"/>
          </a:p>
        </p:txBody>
      </p:sp>
      <p:sp>
        <p:nvSpPr>
          <p:cNvPr id="94" name="Text 92"/>
          <p:cNvSpPr/>
          <p:nvPr/>
        </p:nvSpPr>
        <p:spPr>
          <a:xfrm>
            <a:off x="8138160" y="4590288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8641080" y="459028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/?q=${jndi:...</a:t>
            </a:r>
            <a:endParaRPr lang="en-US" sz="850" dirty="0"/>
          </a:p>
        </p:txBody>
      </p:sp>
      <p:sp>
        <p:nvSpPr>
          <p:cNvPr id="96" name="Text 94"/>
          <p:cNvSpPr/>
          <p:nvPr/>
        </p:nvSpPr>
        <p:spPr>
          <a:xfrm>
            <a:off x="9738360" y="459028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10424160" y="45902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11064240" y="459028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log4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6537960" y="4882896"/>
            <a:ext cx="5212080" cy="292608"/>
          </a:xfrm>
          <a:prstGeom prst="rect">
            <a:avLst/>
          </a:prstGeom>
          <a:solidFill>
            <a:srgbClr val="11151F">
              <a:alpha val="4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583680" y="488289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22:00:53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7223760" y="48828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218.92.0.158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8138160" y="4882896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8641080" y="48828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/.git/config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9738360" y="488289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10424160" y="488289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endParaRPr lang="en-US" sz="850" dirty="0"/>
          </a:p>
        </p:txBody>
      </p:sp>
      <p:sp>
        <p:nvSpPr>
          <p:cNvPr id="106" name="Text 104"/>
          <p:cNvSpPr/>
          <p:nvPr/>
        </p:nvSpPr>
        <p:spPr>
          <a:xfrm>
            <a:off x="11064240" y="4882896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</a:t>
            </a:r>
            <a:endParaRPr lang="en-US" sz="850" dirty="0"/>
          </a:p>
        </p:txBody>
      </p:sp>
      <p:sp>
        <p:nvSpPr>
          <p:cNvPr id="107" name="Text 105"/>
          <p:cNvSpPr/>
          <p:nvPr/>
        </p:nvSpPr>
        <p:spPr>
          <a:xfrm>
            <a:off x="6583680" y="5175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22:00:53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7223760" y="51755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125.209.211.5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8138160" y="5175504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8641080" y="51755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/api/v1/users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9738360" y="517550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</a:t>
            </a:r>
            <a:endParaRPr lang="en-US" sz="850" dirty="0"/>
          </a:p>
        </p:txBody>
      </p:sp>
      <p:sp>
        <p:nvSpPr>
          <p:cNvPr id="112" name="Text 110"/>
          <p:cNvSpPr/>
          <p:nvPr/>
        </p:nvSpPr>
        <p:spPr>
          <a:xfrm>
            <a:off x="10424160" y="5175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11064240" y="5175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6537960" y="5468112"/>
            <a:ext cx="5212080" cy="292608"/>
          </a:xfrm>
          <a:prstGeom prst="rect">
            <a:avLst/>
          </a:prstGeom>
          <a:solidFill>
            <a:srgbClr val="11151F">
              <a:alpha val="4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583680" y="54681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22:00:52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7223760" y="54681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5.180.45.5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8138160" y="5468112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850" dirty="0"/>
          </a:p>
        </p:txBody>
      </p:sp>
      <p:sp>
        <p:nvSpPr>
          <p:cNvPr id="118" name="Text 116"/>
          <p:cNvSpPr/>
          <p:nvPr/>
        </p:nvSpPr>
        <p:spPr>
          <a:xfrm>
            <a:off x="8641080" y="54681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/?q=__proto__...</a:t>
            </a:r>
            <a:endParaRPr lang="en-US" sz="850" dirty="0"/>
          </a:p>
        </p:txBody>
      </p:sp>
      <p:sp>
        <p:nvSpPr>
          <p:cNvPr id="119" name="Text 117"/>
          <p:cNvSpPr/>
          <p:nvPr/>
        </p:nvSpPr>
        <p:spPr>
          <a:xfrm>
            <a:off x="9738360" y="546811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850" dirty="0"/>
          </a:p>
        </p:txBody>
      </p:sp>
      <p:sp>
        <p:nvSpPr>
          <p:cNvPr id="120" name="Text 118"/>
          <p:cNvSpPr/>
          <p:nvPr/>
        </p:nvSpPr>
        <p:spPr>
          <a:xfrm>
            <a:off x="10424160" y="54681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11064240" y="546811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endParaRPr lang="en-US" sz="850" dirty="0"/>
          </a:p>
        </p:txBody>
      </p:sp>
      <p:sp>
        <p:nvSpPr>
          <p:cNvPr id="122" name="Text 120"/>
          <p:cNvSpPr/>
          <p:nvPr/>
        </p:nvSpPr>
        <p:spPr>
          <a:xfrm>
            <a:off x="36576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Aegis-Gate v0.1.0  ·  WAF &amp; Security Gateway</a:t>
            </a:r>
            <a:endParaRPr lang="en-US" sz="900" dirty="0"/>
          </a:p>
        </p:txBody>
      </p:sp>
      <p:sp>
        <p:nvSpPr>
          <p:cNvPr id="123" name="Text 121"/>
          <p:cNvSpPr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 TOUR  ·  2 /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Detectors &amp; Tiers  +  Routing &amp; Upstreams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Audit-mutated CRUD — every toggle, every route, every pool change goes through the audit chain. Hot-swap, no restart.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5715000" cy="4617720"/>
          </a:xfrm>
          <a:prstGeom prst="rect">
            <a:avLst/>
          </a:prstGeom>
          <a:solidFill>
            <a:srgbClr val="0B0F1A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DETECTORS &amp; TIERS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349240" cy="960120"/>
          </a:xfrm>
          <a:prstGeom prst="rect">
            <a:avLst/>
          </a:prstGeom>
          <a:solidFill>
            <a:srgbClr val="151B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359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VERDICT  ·  observe → enforce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5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94.3%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2971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ACCURACY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984248" y="2606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5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18.4%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984248" y="2971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82696" y="2606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5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82696" y="2971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FALLBACKS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81144" y="26060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54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0.5ms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81144" y="297180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P99 LATENCY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3383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MASK  ·  chip = name · score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1691640" cy="292608"/>
          </a:xfrm>
          <a:prstGeom prst="rect">
            <a:avLst/>
          </a:prstGeom>
          <a:solidFill>
            <a:srgbClr val="11151F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033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 · 40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331720" y="3703320"/>
            <a:ext cx="1691640" cy="292608"/>
          </a:xfrm>
          <a:prstGeom prst="rect">
            <a:avLst/>
          </a:prstGeom>
          <a:solidFill>
            <a:srgbClr val="11151F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31720" y="37033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xss · 35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0" y="3703320"/>
            <a:ext cx="1691640" cy="292608"/>
          </a:xfrm>
          <a:prstGeom prst="rect">
            <a:avLst/>
          </a:prstGeom>
          <a:solidFill>
            <a:srgbClr val="11151F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370332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path_traversal · 45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4059936"/>
            <a:ext cx="1691640" cy="292608"/>
          </a:xfrm>
          <a:prstGeom prst="rect">
            <a:avLst/>
          </a:prstGeom>
          <a:solidFill>
            <a:srgbClr val="11151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405993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ssrf · 50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331720" y="4059936"/>
            <a:ext cx="1691640" cy="292608"/>
          </a:xfrm>
          <a:prstGeom prst="rect">
            <a:avLst/>
          </a:prstGeom>
          <a:solidFill>
            <a:srgbClr val="11151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31720" y="405993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header_inj · 40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0" y="4059936"/>
            <a:ext cx="1691640" cy="292608"/>
          </a:xfrm>
          <a:prstGeom prst="rect">
            <a:avLst/>
          </a:prstGeom>
          <a:solidFill>
            <a:srgbClr val="11151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0" y="405993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body_abuse · 60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4416552"/>
            <a:ext cx="1691640" cy="292608"/>
          </a:xfrm>
          <a:prstGeom prst="rect">
            <a:avLst/>
          </a:prstGeom>
          <a:solidFill>
            <a:srgbClr val="11151F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41655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cmd_injection · 60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331720" y="4416552"/>
            <a:ext cx="1691640" cy="292608"/>
          </a:xfrm>
          <a:prstGeom prst="rect">
            <a:avLst/>
          </a:prstGeom>
          <a:solidFill>
            <a:srgbClr val="11151F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31720" y="441655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template_inj · 50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14800" y="4416552"/>
            <a:ext cx="1691640" cy="292608"/>
          </a:xfrm>
          <a:prstGeom prst="rect">
            <a:avLst/>
          </a:prstGeom>
          <a:solidFill>
            <a:srgbClr val="11151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0" y="441655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nosql_inj · 50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" y="4773168"/>
            <a:ext cx="1691640" cy="292608"/>
          </a:xfrm>
          <a:prstGeom prst="rect">
            <a:avLst/>
          </a:prstGeom>
          <a:solidFill>
            <a:srgbClr val="11151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7731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open_redirect · 30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331720" y="4773168"/>
            <a:ext cx="1691640" cy="292608"/>
          </a:xfrm>
          <a:prstGeom prst="rect">
            <a:avLst/>
          </a:prstGeom>
          <a:solidFill>
            <a:srgbClr val="11151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31720" y="47731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recon · 30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114800" y="4773168"/>
            <a:ext cx="1691640" cy="292608"/>
          </a:xfrm>
          <a:prstGeom prst="rect">
            <a:avLst/>
          </a:prstGeom>
          <a:solidFill>
            <a:srgbClr val="11151F"/>
          </a:solidFill>
          <a:ln w="9525">
            <a:solidFill>
              <a:srgbClr val="60A5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0" y="47731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velocity · 60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48640" y="5129784"/>
            <a:ext cx="1691640" cy="292608"/>
          </a:xfrm>
          <a:prstGeom prst="rect">
            <a:avLst/>
          </a:prstGeom>
          <a:solidFill>
            <a:srgbClr val="11151F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1520" y="5276088"/>
            <a:ext cx="1325880" cy="0"/>
          </a:xfrm>
          <a:prstGeom prst="line">
            <a:avLst/>
          </a:prstGeom>
          <a:noFill/>
          <a:ln w="7620">
            <a:solidFill>
              <a:srgbClr val="6B72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512978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brute_force · 35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331720" y="5129784"/>
            <a:ext cx="1691640" cy="292608"/>
          </a:xfrm>
          <a:prstGeom prst="rect">
            <a:avLst/>
          </a:prstGeom>
          <a:solidFill>
            <a:srgbClr val="11151F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14600" y="5276088"/>
            <a:ext cx="1325880" cy="0"/>
          </a:xfrm>
          <a:prstGeom prst="line">
            <a:avLst/>
          </a:prstGeom>
          <a:noFill/>
          <a:ln w="7620">
            <a:solidFill>
              <a:srgbClr val="6B728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31720" y="512978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canary · 90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114800" y="5129784"/>
            <a:ext cx="1691640" cy="292608"/>
          </a:xfrm>
          <a:prstGeom prst="rect">
            <a:avLst/>
          </a:prstGeom>
          <a:solidFill>
            <a:srgbClr val="11151F"/>
          </a:solidFill>
          <a:ln w="9525">
            <a:solidFill>
              <a:srgbClr val="FFD54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0" y="512978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· 50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48640" y="5623560"/>
            <a:ext cx="1259586" cy="685800"/>
          </a:xfrm>
          <a:prstGeom prst="rect">
            <a:avLst/>
          </a:prstGeom>
          <a:solidFill>
            <a:srgbClr val="151B27"/>
          </a:solidFill>
          <a:ln w="9525">
            <a:solidFill>
              <a:srgbClr val="DC262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5715000"/>
            <a:ext cx="12595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48640" y="5943600"/>
            <a:ext cx="12595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≥ 50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881378" y="5623560"/>
            <a:ext cx="1259586" cy="685800"/>
          </a:xfrm>
          <a:prstGeom prst="rect">
            <a:avLst/>
          </a:prstGeom>
          <a:solidFill>
            <a:srgbClr val="151B27"/>
          </a:solidFill>
          <a:ln w="9525">
            <a:solidFill>
              <a:srgbClr val="F8717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881378" y="5715000"/>
            <a:ext cx="12595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881378" y="5943600"/>
            <a:ext cx="12595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≥ 60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214116" y="5623560"/>
            <a:ext cx="1259586" cy="685800"/>
          </a:xfrm>
          <a:prstGeom prst="rect">
            <a:avLst/>
          </a:prstGeom>
          <a:solidFill>
            <a:srgbClr val="151B27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14116" y="5715000"/>
            <a:ext cx="12595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214116" y="5943600"/>
            <a:ext cx="12595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≥ 70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546854" y="5623560"/>
            <a:ext cx="1259586" cy="685800"/>
          </a:xfrm>
          <a:prstGeom prst="rect">
            <a:avLst/>
          </a:prstGeom>
          <a:solidFill>
            <a:srgbClr val="151B27"/>
          </a:solidFill>
          <a:ln w="9525">
            <a:solidFill>
              <a:srgbClr val="34D39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546854" y="5715000"/>
            <a:ext cx="12595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546854" y="5943600"/>
            <a:ext cx="12595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≥ 80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400800" y="1828800"/>
            <a:ext cx="5486400" cy="4617720"/>
          </a:xfrm>
          <a:prstGeom prst="rect">
            <a:avLst/>
          </a:prstGeom>
          <a:solidFill>
            <a:srgbClr val="0B0F1A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83680" y="1920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ROUTING &amp; UPSTREAMS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9189720" y="1920240"/>
            <a:ext cx="1280160" cy="292608"/>
          </a:xfrm>
          <a:prstGeom prst="rect">
            <a:avLst/>
          </a:prstGeom>
          <a:solidFill>
            <a:srgbClr val="FFD541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189720" y="19202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B0F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ADD ROUTE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0515600" y="1920240"/>
            <a:ext cx="1234440" cy="292608"/>
          </a:xfrm>
          <a:prstGeom prst="rect">
            <a:avLst/>
          </a:prstGeom>
          <a:solidFill>
            <a:srgbClr val="151B27"/>
          </a:solidFill>
          <a:ln w="6350">
            <a:solidFill>
              <a:srgbClr val="2A344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515600" y="19202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ADD POOL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583680" y="2286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583680" y="2560320"/>
            <a:ext cx="5120640" cy="256032"/>
          </a:xfrm>
          <a:prstGeom prst="rect">
            <a:avLst/>
          </a:prstGeom>
          <a:solidFill>
            <a:srgbClr val="11151F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75120" y="2560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PATH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7955280" y="256032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8641080" y="25603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9509760" y="25603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UPSTREAM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10789920" y="25603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6675120" y="28163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7955280" y="28163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prefix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8641080" y="28163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POST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9509760" y="28163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my-backend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10789920" y="28163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583680" y="3090672"/>
            <a:ext cx="5120640" cy="274320"/>
          </a:xfrm>
          <a:prstGeom prst="rect">
            <a:avLst/>
          </a:prstGeom>
          <a:solidFill>
            <a:srgbClr val="11151F">
              <a:alpha val="4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675120" y="3090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/api/*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7955280" y="309067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8641080" y="309067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9509760" y="30906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api-pool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10789920" y="30906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6675120" y="3364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/admin/*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7955280" y="336499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prefix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8641080" y="33649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9509760" y="3364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internal-bk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10789920" y="33649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DEGRADED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6583680" y="3639312"/>
            <a:ext cx="5120640" cy="274320"/>
          </a:xfrm>
          <a:prstGeom prst="rect">
            <a:avLst/>
          </a:prstGeom>
          <a:solidFill>
            <a:srgbClr val="11151F">
              <a:alpha val="40000"/>
            </a:srgb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675120" y="3639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/static/*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7955280" y="36393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prefix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8641080" y="36393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950" dirty="0"/>
          </a:p>
        </p:txBody>
      </p:sp>
      <p:sp>
        <p:nvSpPr>
          <p:cNvPr id="96" name="Text 94"/>
          <p:cNvSpPr/>
          <p:nvPr/>
        </p:nvSpPr>
        <p:spPr>
          <a:xfrm>
            <a:off x="9509760" y="3639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cdn-origin</a:t>
            </a:r>
            <a:endParaRPr lang="en-US" sz="950" dirty="0"/>
          </a:p>
        </p:txBody>
      </p:sp>
      <p:sp>
        <p:nvSpPr>
          <p:cNvPr id="97" name="Text 95"/>
          <p:cNvSpPr/>
          <p:nvPr/>
        </p:nvSpPr>
        <p:spPr>
          <a:xfrm>
            <a:off x="10789920" y="363931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6583680" y="41879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UPSTREAM POOLS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6583680" y="4462272"/>
            <a:ext cx="5120640" cy="411480"/>
          </a:xfrm>
          <a:prstGeom prst="rect">
            <a:avLst/>
          </a:prstGeom>
          <a:solidFill>
            <a:srgbClr val="151B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675120" y="4599432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903720" y="44622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my-backend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8503920" y="44622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p2c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9875520" y="44622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of 3 up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6583680" y="4919472"/>
            <a:ext cx="5120640" cy="411480"/>
          </a:xfrm>
          <a:prstGeom prst="rect">
            <a:avLst/>
          </a:prstGeom>
          <a:solidFill>
            <a:srgbClr val="151B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675120" y="5056632"/>
            <a:ext cx="146304" cy="14630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903720" y="49194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api-pool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8503920" y="49194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least_conn</a:t>
            </a:r>
            <a:endParaRPr lang="en-US" sz="1000" dirty="0"/>
          </a:p>
        </p:txBody>
      </p:sp>
      <p:sp>
        <p:nvSpPr>
          <p:cNvPr id="108" name="Text 106"/>
          <p:cNvSpPr/>
          <p:nvPr/>
        </p:nvSpPr>
        <p:spPr>
          <a:xfrm>
            <a:off x="9875520" y="49194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of 5 up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6583680" y="5376672"/>
            <a:ext cx="5120640" cy="411480"/>
          </a:xfrm>
          <a:prstGeom prst="rect">
            <a:avLst/>
          </a:prstGeom>
          <a:solidFill>
            <a:srgbClr val="151B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675120" y="5513832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903720" y="5376672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internal-bk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8503920" y="537667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round_robin</a:t>
            </a:r>
            <a:endParaRPr lang="en-US" sz="1000" dirty="0"/>
          </a:p>
        </p:txBody>
      </p:sp>
      <p:sp>
        <p:nvSpPr>
          <p:cNvPr id="113" name="Text 111"/>
          <p:cNvSpPr/>
          <p:nvPr/>
        </p:nvSpPr>
        <p:spPr>
          <a:xfrm>
            <a:off x="9875520" y="537667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of 3 up</a:t>
            </a:r>
            <a:endParaRPr lang="en-US" sz="1000" dirty="0"/>
          </a:p>
        </p:txBody>
      </p:sp>
      <p:sp>
        <p:nvSpPr>
          <p:cNvPr id="114" name="Text 112"/>
          <p:cNvSpPr/>
          <p:nvPr/>
        </p:nvSpPr>
        <p:spPr>
          <a:xfrm>
            <a:off x="36576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Aegis-Gate v0.1.0  ·  WAF &amp; Security Gateway</a:t>
            </a:r>
            <a:endParaRPr lang="en-US" sz="900" dirty="0"/>
          </a:p>
        </p:txBody>
      </p:sp>
      <p:sp>
        <p:nvSpPr>
          <p:cNvPr id="115" name="Text 113"/>
          <p:cNvSpPr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 CHEAT SHEET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make targets  +  waf CLI  +  benchmark contract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smoke / load / contract test ships in tests/  ·  one README per subfolder.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3703320" cy="402336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737360"/>
            <a:ext cx="54864" cy="402336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745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TARGETS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3337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setup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run-dev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run            (prod-balanced)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run-strict     (PCI/HIPAA/SOC2)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run-throughput (CDN front-door)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mock-load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mock-load-attacks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mock-load-mix  (~5k RPS)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obs-up         (Prom+Graf+Jaeger)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bench-dev      (v2.3 contract)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test           (~2,800 tests)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clippy         (-D warnings)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smoke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ci-local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1737360"/>
            <a:ext cx="3703320" cy="402336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1737360"/>
            <a:ext cx="54864" cy="402336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34840" y="18745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WAF CLI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34840" y="2240280"/>
            <a:ext cx="3337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waf run     --config &lt;path&gt;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waf validate --config &lt;path&gt;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Audit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waf audit   verify --from &lt;p&gt;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Admin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waf admin   set-password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waf admin   enroll-totp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Disaster recovery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waf snapshot --out  &lt;path&gt;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waf restore  --from &lt;path&gt;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waf version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waf help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703320" cy="402336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737360"/>
            <a:ext cx="54864" cy="40233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18745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BENCHMARK CONTRACT v2.3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75320" y="2240280"/>
            <a:ext cx="33375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Capabilities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-H "X-Benchmark-Secret: $S" \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/__waf_control/capabilities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Reset state (atomic)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-XPOST -H "X-Benchmark-..." \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/__waf_control/reset_state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Toggle SQLi → log_only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-XPOST -H ... \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/__waf_control/set_profile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Verify X-WAF-* headers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-i /?q=1' OR '1'='1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5897880"/>
            <a:ext cx="11430000" cy="50292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5897880"/>
            <a:ext cx="54864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60076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STUMBLES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28800" y="60076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:8443 in use → `lsof -i :8443`  ·  redis refused → `make redis-up`  ·  TLS handshake → `curl -k` (dev cert is self-signed)  ·  full guide → docs/operator/usage.md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Aegis-Gate v0.1.0  ·  WAF &amp; Security Gateway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5E7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 checklist  ·  pick a profile  ·  read the docs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Distroless multi-arch image · Helm chart · binary handover via fd-passing · ServiceDiscovery watchers.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5715000" cy="320040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28800"/>
            <a:ext cx="54864" cy="320040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6596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 A PROFILE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2377440"/>
            <a:ext cx="5257800" cy="758952"/>
          </a:xfrm>
          <a:prstGeom prst="rect">
            <a:avLst/>
          </a:prstGeom>
          <a:solidFill>
            <a:srgbClr val="151B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377440"/>
            <a:ext cx="64008" cy="758952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6888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run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743200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96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config/profiles/prod-balanced.yaml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92608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default — 99 % of cases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" y="3246120"/>
            <a:ext cx="5257800" cy="758952"/>
          </a:xfrm>
          <a:prstGeom prst="rect">
            <a:avLst/>
          </a:prstGeom>
          <a:solidFill>
            <a:srgbClr val="151B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246120"/>
            <a:ext cx="64008" cy="7589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33756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run-strict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611880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96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config/profiles/prod-strict.yaml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79476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· HIPAA · SOC 2 · GDPR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4360" y="4114800"/>
            <a:ext cx="5257800" cy="758952"/>
          </a:xfrm>
          <a:prstGeom prst="rect">
            <a:avLst/>
          </a:prstGeom>
          <a:solidFill>
            <a:srgbClr val="151B2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114800"/>
            <a:ext cx="64008" cy="7589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206240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run-throughput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4480560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96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config/profiles/prod-high-throughput.yaml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4663440"/>
            <a:ext cx="5166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front-door · &gt; 5 k RPS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1828800"/>
            <a:ext cx="5532120" cy="150876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1828800"/>
            <a:ext cx="54864" cy="15087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196596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IMAGE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28600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bash deploy/docker-build.sh --tag aegis-gate:0.x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2670048"/>
            <a:ext cx="5166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Distroless multi-arch image  ·  amd64 + arm64  ·  non-root  ·  ~70 MB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3474720"/>
            <a:ext cx="5532120" cy="155448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3474720"/>
            <a:ext cx="54864" cy="15544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361188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0A5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HELM INSTALL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92240" y="3931920"/>
            <a:ext cx="5166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helm upgrade --install aegis deploy/helm/aegis-gate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--set image.tag=0.x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--set redis.url=redis://prod-redis:6379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5120640"/>
            <a:ext cx="11430000" cy="1280160"/>
          </a:xfrm>
          <a:prstGeom prst="rect">
            <a:avLst/>
          </a:prstGeom>
          <a:solidFill>
            <a:srgbClr val="151B2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5760" y="5120640"/>
            <a:ext cx="54864" cy="1280160"/>
          </a:xfrm>
          <a:prstGeom prst="rect">
            <a:avLst/>
          </a:prstGeom>
          <a:solidFill>
            <a:srgbClr val="FFD541"/>
          </a:solidFill>
          <a:ln w="12700">
            <a:solidFill>
              <a:srgbClr val="FFD5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5257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" y="56235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QUICKSTART.md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977640" y="5623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Happy-path walkthrough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72200" y="56235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docs/FEATURES.md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555480" y="5623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Per-feature QC playbook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94360" y="58704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docs/security/security-engine.md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977640" y="58704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walkthrough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72200" y="58704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docs/operator/soc-runbook.md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555480" y="58704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runbook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94360" y="611733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docs/operator/upstream-cookbook.md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977640" y="61173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Per-protocol recipes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72200" y="611733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5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deploy/GUIDE.md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555480" y="611733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6576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Aegis-Gate v0.1.0  ·  WAF &amp; Security Gateway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47120" y="65288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Aegis-Gate — WAF &amp; Security Gateway</dc:title>
  <dc:subject>PptxGenJS Presentation</dc:subject>
  <dc:creator>Aegis-Gate</dc:creator>
  <cp:lastModifiedBy>Aegis-Gate</cp:lastModifiedBy>
  <cp:revision>1</cp:revision>
  <dcterms:created xsi:type="dcterms:W3CDTF">2026-05-19T18:59:08Z</dcterms:created>
  <dcterms:modified xsi:type="dcterms:W3CDTF">2026-05-19T18:59:08Z</dcterms:modified>
</cp:coreProperties>
</file>