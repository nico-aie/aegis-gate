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FFD541"/>
                </a:solidFill>
                <a:latin typeface="Courier New"/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E5E7EB"/>
                </a:solidFill>
                <a:latin typeface="Arial Black"/>
              </a:rPr>
              <a:t>Why we’re building Aegis-Gate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9CA3AF"/>
                </a:solidFill>
                <a:latin typeface="Calibri"/>
              </a:rPr>
              <a:t>A real production WAF — and a vehicle to level up how we build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FFD541"/>
                </a:solidFill>
                <a:latin typeface="Courier New"/>
              </a:rPr>
              <a:t>ENTERPRISE, NOT A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Real production-grade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Build an enterprise, production-level WAF for our company.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Something we would actually run in prod — not a one-off demo.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Held to the same bar as F5 · Imperva · Akamai.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ourier New"/>
              </a:rPr>
              <a:t>SHARPEN THE CRAFT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Practice &amp; improve our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Stretch across AI / ML, system design, and security.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Performance, distributed systems, and product thinking.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Deliberate reps on hard, real-world engineering.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60A5FA"/>
                </a:solidFill>
                <a:latin typeface="Courier New"/>
              </a:rPr>
              <a:t>AI-NATIVE SDLC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Software development with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Explore how we build software with AI in the loop.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Across the lifecycle: design → code → review → QA.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Establish a repeatable process we can reuse.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Aegis-Gate v0.1.0  ·  WAF &amp; Security Gateway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CONTROL PLANE  ·  v0.1.0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name="adj" fmla="val 14286"/>
            </a:avLst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AEGIS-GATE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 ·  Security Gateway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40280" y="3611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BIG-IP / Imperva / Akamai-class capability — single-binary, distroless, hot-reloadable.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Rust. Tiered OWASP detection + AI verdict + audit-chained control plane.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v0.1.x adds HA cluster mode, zero-trust upstream mTLS, smart caching, new detectors, and an AI copilot.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(k6, p99 1.03 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 ·  Rust p99  ·  ONNX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REST + 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AEGIS-GATE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WAF capability — without the licensing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· healthcare · public sector deployments that need real control, not a black 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INCUMBENT TAX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Imperva · Akamai Kona · Cloudflare Enterprise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Per-RPS pricing, opaque rule sets, slow custom-rule loops.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— limited self-host, no air-gap deploy.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Vendor-controlled detection model &amp; threat intel.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behind a UI, not hash-chained on disk.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AEGIS APPROACH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 ·  own the data 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 routes, detectors, certs, rate-limits — no restart.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NDJSON audit, witness export, CLI verifier.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+ custom rules + optional ONNX AI verdict (your model).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image, fd-passing hot-restart, K8s/Helm-ready.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SHIPS WITH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teams that need a real audit chain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— PCI / SOC 2 / FIPS workloads, mTLS upstreams.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— HIPAA, DLP inbound + outbound, audit witness.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— air-gap deploy, no third-party cloud calls.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— multi-vhost upstreams, GitOps config source.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ships in v0.1.0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`prod-balanced` profile, laptop hardware, k6 driver.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 ·  k6 driver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p99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multi-class accuracy  ·  11 classes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classes in v1 corpus  ·  11 + 10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 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  ·  8 sources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React 18 SPA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6×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surfaces hot-reload  ·  no restart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build:  redis · geoip · alerts · ai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taxii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affinity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 flow  ·  data plane + control plane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and control plane share nothing on the hot path except an ArcSwap&lt;Config&gt;.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Worker Supervisor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 · tokio · graceful drain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TLS / SNI / ACME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OCSP staple  ·  hot swap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94560" y="27432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/ h2 / h3 · WS · gRPC · TCP CONNECT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concurrency  ·  priority queue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 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+ regex  ·  audit-mutated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94560" y="425196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Pipeline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detectors  ·  rate-limit  ·  DDoS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47548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Upstream Pools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LB strategies  ·  health  ·  circuit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94560" y="52578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 Filter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hardening  ·  DLP outbound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  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Backend pools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  (loopback)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WAF Console  ·  React 18 SPA  ·  /dashboard/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IP-allow → mTLS → argon2id → TOTP → HMAC session → CSRF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CRUD: every config change hash-chained, hot-swapped, no restart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SSE  ·  /metrics  ·  /healthz/{live,ready}  ·  per-page error boundary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NDJSON · 8 SIEM sinks · CLI verifier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 backend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 · Redis (counters · leases · blocks)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intel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STIX/TAXII · MaxMind GeoIP · live feed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Hot reload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watcher ~100 ms · etcd poll ~5 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OTLP gRPC · Jaeger spans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Vault · AWS · GCP · Azure resolvers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Reverse proxy + protocol fan-out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on tokio, hyper 1.x, rustls. Hot-swap routes &amp; upstreams from YAML, etcd, or the dashboard.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· HTTP/2 · HTTP/3 · WS · gRPC · TCP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ALPN-driven auto upgrade. WebSocket bridge auto-detected on http/https/auto schemes. h3 listener behind the `http3` feature (quinn + h3). Raw TCP tunnel via CONNECT.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 ·  5 LB strategies  ·  smart cache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round_robin · weighted · least_conn · consistent_hash · p2c · per-member SNI pinning.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Smart cache: L1 in-process per-node response cache; repeat GET/HEAD from memory;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caches CRITICAL tier; per-pool path-prefix rules; Redis L2 tier planned.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 / mTLS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ACME  ·  upstream mTLS  ·  Zero Trust (beta)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Hot-reloadable cert store · client-cert mTLS w/ SAN allow-list · ACME issue + renew.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Zero Trust: mutual TLS from the WAF to each backend pool. The WAF presents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downloadable, rotatable client identity; pin/upload a per-pool backend cert, toggle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mTLS per pool, and track handshake failures by reason.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4,891 RPS sustained  ·  p99 1.03 ms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Tiered detector chain  ·  per-class hot toggles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through ordered stages — earliest cheap filters, latest AI verdict. Per-tier risk thresholds.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2593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JA4 / h2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925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detectors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2574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 (ONNX)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25896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classifier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9218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guard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9254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aggregator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586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/ block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 ·  18 classes  ·  per-class hot toggle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5584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6" name="Shape 30"/>
          <p:cNvSpPr/>
          <p:nvPr/>
        </p:nvSpPr>
        <p:spPr>
          <a:xfrm>
            <a:off x="548640" y="627827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3" name="Shape 30"/>
          <p:cNvSpPr/>
          <p:nvPr/>
        </p:nvSpPr>
        <p:spPr>
          <a:xfrm>
            <a:off x="548640" y="6106363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0" name="Shape 30"/>
          <p:cNvSpPr/>
          <p:nvPr/>
        </p:nvSpPr>
        <p:spPr>
          <a:xfrm>
            <a:off x="548640" y="59344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31520" y="33101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00" dirty="0"/>
          </a:p>
        </p:txBody>
      </p:sp>
      <p:sp>
        <p:nvSpPr>
          <p:cNvPr id="207" name="Text 31"/>
          <p:cNvSpPr/>
          <p:nvPr/>
        </p:nvSpPr>
        <p:spPr>
          <a:xfrm>
            <a:off x="731520" y="623255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000" dirty="0"/>
          </a:p>
        </p:txBody>
      </p:sp>
      <p:sp>
        <p:nvSpPr>
          <p:cNvPr id="204" name="Text 31"/>
          <p:cNvSpPr/>
          <p:nvPr/>
        </p:nvSpPr>
        <p:spPr>
          <a:xfrm>
            <a:off x="731520" y="6060643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000" dirty="0"/>
          </a:p>
        </p:txBody>
      </p:sp>
      <p:sp>
        <p:nvSpPr>
          <p:cNvPr id="201" name="Text 31"/>
          <p:cNvSpPr/>
          <p:nvPr/>
        </p:nvSpPr>
        <p:spPr>
          <a:xfrm>
            <a:off x="731520" y="588873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14600" y="33101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· boolean · time-based · UNION</a:t>
            </a:r>
            <a:endParaRPr lang="en-US" sz="950" dirty="0"/>
          </a:p>
        </p:txBody>
      </p:sp>
      <p:sp>
        <p:nvSpPr>
          <p:cNvPr id="208" name="Text 32"/>
          <p:cNvSpPr/>
          <p:nvPr/>
        </p:nvSpPr>
        <p:spPr>
          <a:xfrm>
            <a:off x="2514600" y="623255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· per-tier override · hot-reload</a:t>
            </a:r>
            <a:endParaRPr lang="en-US" sz="950" dirty="0"/>
          </a:p>
        </p:txBody>
      </p:sp>
      <p:sp>
        <p:nvSpPr>
          <p:cNvPr id="205" name="Text 32"/>
          <p:cNvSpPr/>
          <p:nvPr/>
        </p:nvSpPr>
        <p:spPr>
          <a:xfrm>
            <a:off x="2514600" y="6060643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paths (/admin, /.env) — instant block</a:t>
            </a:r>
            <a:endParaRPr lang="en-US" sz="950" dirty="0"/>
          </a:p>
        </p:txBody>
      </p:sp>
      <p:sp>
        <p:nvSpPr>
          <p:cNvPr id="202" name="Text 32"/>
          <p:cNvSpPr/>
          <p:nvPr/>
        </p:nvSpPr>
        <p:spPr>
          <a:xfrm>
            <a:off x="2514600" y="588873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Cross-endpoint seq — login→deposit &lt;5s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5277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348203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600" y="348203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· attr · JS-URI · SVG · mixed-context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369966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365394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514600" y="365394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 · %2e%2e · encoded · double-encoded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3871569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1520" y="3825849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600" y="3825849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IPs · file:// · gopher:// · CIDRs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404347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31520" y="399775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header_injection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514600" y="399775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CRLF · XFH poison · method/URL override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21538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731520" y="416966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514600" y="416966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· depth · proto-pollution · XXE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38729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31520" y="434157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514600" y="434157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/.env, /wp-admin · sqlmap, nikto UAs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455919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731520" y="451347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14600" y="451347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Login-failure cap · 10/min per IP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4731105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31520" y="468538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command_injection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514600" y="468538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$(), |cmd, /bin/sh · Log4Shell ${jndi}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4903012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31520" y="485729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template_injection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514600" y="485729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· Twig · Freemarker · SpEL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48640" y="5074920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31520" y="502920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514600" y="502920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[$ne] · [$where] · {$gt} operators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8640" y="5246827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731520" y="5201107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514600" y="5201107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?next= / ?redirect_uri= w/ allowlist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41873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31520" y="537301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jwt_inspection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14600" y="537301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alg:none · x5c/jwk · kid · jku/x5u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48640" y="559064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731520" y="554492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cookie_injection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2514600" y="554492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SQLi/NoSQLi in session cookies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5762548"/>
            <a:ext cx="109728" cy="109728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31520" y="57168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behavior_signals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514600" y="57168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missing UA/Referer · first-touch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TIERS  ·  per-tier block threshold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50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auth/payment APIs · never shed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60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user-mutating endpoints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70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APIs · default tier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80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cacheable surface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Audit-mutated, hot-swap, no restart.  Per-tier `challenges_enabled` toggle in dashboard.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ONNX classifier  ·  2.3 M-sample corpus  ·  Rust inference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Operator-supplied ONNX via ort 2.0 · 26-feature extractor · hybrid observe → enforce.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Improved: per-tier deployment (Critical on / Low off) · hot model reload · calibrated confidence threshold.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accuracy  ·  11 classes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6700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6700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0416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6824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6824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4,600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0540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 ·  Rust  ·  batch=1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6766560" cy="3246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65760" y="3154680"/>
            <a:ext cx="54864" cy="3246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291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CORPUS  ·  ~2.3 M samples  ·  8 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+ synthetic — LLM Generator v1 added 200K attacks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4069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434340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1.3 M legitimate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74 K malicious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SRBH2020  ·  594 K combine + 13 K test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CSIC 2010  ·  97 K HTTP requests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ai-waf  ·  12 K REST + JSON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PayloadsAllTheThings  ·  6 K wrapped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 ·  210 K (200K + 10K)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8620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PER-CLASS F1  ·  top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4361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4361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86200" y="46542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4654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0.998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86200" y="49469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Log4Shell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4946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86200" y="5239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abusion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5239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86200" y="5532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532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86200" y="5824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Source of Data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5824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1691640"/>
            <a:ext cx="4480560" cy="2606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315200" y="1691640"/>
            <a:ext cx="54864" cy="2606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498080" y="1801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ATTACK CLASSES  ·  11 base + 10 new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0" y="2075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expanded taxonomy 2×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ldap_injection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graphql_abuse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prototype_poll.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rce_deserial.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http_smuggling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jwt_abuse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websocket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evasion_chain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polyglot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+ 11 from v1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15200" y="4434840"/>
            <a:ext cx="4480560" cy="19659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315200" y="4434840"/>
            <a:ext cx="54864" cy="1965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749808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OBFUSCATION TECHNIQUES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49808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at sample level for evasion-aware training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4980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76443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5267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6730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urlenc2x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5554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7017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urlenc3x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5841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07304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4980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6443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uniesc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5267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6730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5554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7017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sqlcomment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5841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107304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74980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76443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85267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86730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newline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5554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97017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html_dec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05841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07304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html_hex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7498080" y="59618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644384" y="58978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&amp; BOT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Composite risk score  ·  challenge ladder  ·  JA4 fingerprint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combines detector hits, fingerprint, geo &amp; threat intel. Trust recovery lets clean traffic from a flagged IP fall back to normal.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SCORING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 ·  decay  ·  trust recovery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RiskKey: { ip, device_fp?, session? }  — two sessions on a NAT'd IP climb independently.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detector hits, JA4 / JA3 TLS fp, h2 fingerprint, geo / ASN, threat-intel hit.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signal types  ·  5-tier framework (Critical RCE/CVE → Probe/canary).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 ·  half-life 5 min default  ·  trust recovery from sustained clean traffic.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Per-tier `challenge_at` / `block_at`, hot-swap.  Default: challenge ≥ 99998, block ≥ 99999.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 Top Attackers (Identifier + Composite RiskKey views) + Live Feed.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63640" y="182880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 MANAGEMENT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h2 fingerprint  ·  challenge ladder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JA3 TLS fingerprint + HTTP/2 fingerprint + UA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Verified-bot rDNS allow-list — Googlebot / Bingbot / Applebot.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velocity-sequence detector — request cadence + path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detector + canary signal (deception trap on /admin/, /.env, /.git).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Ladder:  JS challenge → CAPTCHA → block, opt-in per-tier.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tokens HMAC-signed, nonce-bound, single-use.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 GATES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binary block-or-pass gates  ·  before the detector chain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short-circuit wins.  Cheap filters run first; DDoS fires last so burst attackers are still rate-limited before getting volumetric protection.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LIST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CIDR / country block + allow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3978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73706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810866" y="1920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81086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13786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STRIKE-BLOCK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13786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lifetime strike counter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71923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1651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18811" y="1920240"/>
            <a:ext cx="457200" cy="4572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1881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21731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CUMULATIVE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21731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decaying score + threshold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79869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289597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26757" y="1920240"/>
            <a:ext cx="457200" cy="45720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26757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929677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29677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 ·  token bucket  ·  Redis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487814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597542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734702" y="19202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73470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237622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 GATE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237622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+ EWMA spike-mode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65760" y="272491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 →  gates run in order  ·  first short-circuit wins  ·  passed requests fall through to the detector chain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154680"/>
            <a:ext cx="589788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65760" y="3154680"/>
            <a:ext cx="54864" cy="320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94360" y="32918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#5  ·  DDOS DETAIL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361188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sliding-window burst  +  EWMA global spike-mode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40233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counter — `burst.limit` per `burst.window` → 403 + audit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global RPS ticker — α-smoothed mean; spike if ratio &gt; `spike.factor`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Spike-mode tightens block_score for tiers ≥ HIGH (single-node v1)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broadcast via Redis deferred behind ha-clustering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Hot-disable from dashboard — no restart, audit-chained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0" y="3154680"/>
            <a:ext cx="5394960" cy="1600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00800" y="3154680"/>
            <a:ext cx="54864" cy="1600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583680" y="3264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POLICY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3611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access_list:  { enabled: true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strike_block: { enabled: false, at: 1_000_000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risk:         { challenge_at: 99998, block_at: 99999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rate_limit:   { per_ip: { rpm: 600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ddos:         { burst: 200/1s, spike: 4.0x/10s }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0" y="4846320"/>
            <a:ext cx="539496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400800" y="4846320"/>
            <a:ext cx="54864" cy="15087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83680" y="49560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ON BLOCK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8368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v2.5 interop contract  ·  X-WAF-* headers on every response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29400" y="56235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X-WAF-Action:      block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X-WAF-Reason: 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X-WAF-Rule-Id: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X-WAF-Decision-Id: 01HZE...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 WAF Console  ·  18+ pages  ·  audit-mutated everything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SPA bundled into the binary. CSP `script-src 'self'`, no CDN, no unsafe-eval.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INVENTORY</a:t>
            </a:r>
            <a:endParaRPr lang="en-US" sz="1000" dirty="0"/>
          </a:p>
        </p:txBody>
      </p:sp>
      <p:sp>
        <p:nvSpPr>
          <p:cNvPr id="213" name="Text 5"/>
          <p:cNvSpPr/>
          <p:nvPr/>
        </p:nvSpPr>
        <p:spPr>
          <a:xfrm>
            <a:off x="640080" y="5257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COPILOT  ·  beta  ·  advisory, opt-in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OPS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214" name="Text 8"/>
          <p:cNvSpPr/>
          <p:nvPr/>
        </p:nvSpPr>
        <p:spPr>
          <a:xfrm>
            <a:off x="640080" y="5596128"/>
            <a:ext cx="74980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situational briefs + smart-catch triage over the WAF's own telemetry — advisory only; cluster-aware (LLM_ENABLED + provider keys).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11" name="Shape 15"/>
          <p:cNvSpPr/>
          <p:nvPr/>
        </p:nvSpPr>
        <p:spPr>
          <a:xfrm>
            <a:off x="640080" y="470916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Attackers</a:t>
            </a:r>
            <a:endParaRPr lang="en-US" sz="1200" dirty="0"/>
          </a:p>
        </p:txBody>
      </p:sp>
      <p:sp>
        <p:nvSpPr>
          <p:cNvPr id="212" name="Text 16"/>
          <p:cNvSpPr/>
          <p:nvPr/>
        </p:nvSpPr>
        <p:spPr>
          <a:xfrm>
            <a:off x="84124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Upstreams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&amp; Tiers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9" name="Shape 26"/>
          <p:cNvSpPr/>
          <p:nvPr/>
        </p:nvSpPr>
        <p:spPr>
          <a:xfrm>
            <a:off x="2423160" y="470916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00" dirty="0"/>
          </a:p>
        </p:txBody>
      </p:sp>
      <p:sp>
        <p:nvSpPr>
          <p:cNvPr id="210" name="Text 27"/>
          <p:cNvSpPr/>
          <p:nvPr/>
        </p:nvSpPr>
        <p:spPr>
          <a:xfrm>
            <a:off x="262432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SLOs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Guide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— DEFENSE IN DEPTH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allow-list (CIDR)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mTLS client cert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(RFC 6238)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session cookie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double-submit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per-user rate + lockout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NDJSON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rotation + retention TTL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SIEM sinks  ·  CEF · LEEF · OCSF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 ·  witness export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`waf audit verify --from &lt;p&gt;`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  ·  OTel  ·  Grafana  ·  Live Feed 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counter, every span is a trace, every audit event streams to the dashboard in realtime.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Per-decision counters (allow / block / challenge)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request-duration histogram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Per-route latency  ·  per-detector hits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Audit-event counter  ·  pool health gauges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workers · blocking pool · I/O fds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gRPC  ·  `otel` feature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#[tracing::instrument] on every hot-path span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parent-child traces per request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tags: decision-id, tier, detector, rule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context propagated to upstream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to existing collector / Tempo / Honeycomb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 ·  `make obs-up`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Overview board — RPS, blocks, latency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board — workers, mem, fd, GC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board — counters, leases, replication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file-provisioned — versioned with the repo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at :16686 if `otel` feature enabled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  ·  /dashboard/sse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event streams to the dashboard. Proto pill on each row distinguishes http · ws-open · ws-close · tcp-open · tcp-close.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'1'='1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82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sqli.union, recon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 &amp; SCALING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model  ·  in-node → across nodes → shared state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layers ship today — Layer 2 HA cluster is now live: N peers behind one VIP with shared config versioning + Redis leader lease.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 ·  IN-NODE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tokio workers + CPU affinity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runtime.workers — multi-thread tokio runtime built at boot. `affinity` feature pins workers to cores. Restart-only — worker_threads is fixed once the runtime is built.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runtime.workers · cpu_affinity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docs/operations/runtime-tuning.md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 ·  ACROSS NODES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peers behind a single VIP · LIVE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2-node fleet (waf-a + waf-b) behind one VIP · per-node heartbeat + drain (readiness → 503).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config versioning — every peer converges to one version (v117, reported in-sync per node).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leader lease runs singleton work (TI refresh · ACME · alerts) on a single node.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node.id  ·  state.redis  ·  external LB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docs/operations/ha-clustering.md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 ·  STATE BACKEND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shared state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state.backend: redis  ·  state.redis.url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Architecture.md §12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start  ·  three commands  ·  ~2 min cold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`make run-dev` boots the WAF + Redis + mock upstream. The Makefile pulls Redis automatically the first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TLS cert  +  release build  ·  cold ~2 min · warm ~10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run-dev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WAF + Redis + mock upstream  ·  features: redis, geoip, alerts,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urls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every URL + log path  ·  copy-paste into browser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0.0.0.0:8443 (tls=true)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0.0.0.0:8080 (tls=false)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admin-plane listening on 127.0.0.1:9443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 wired into the chain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model_path=.../waf_model.onnx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http://127.0.0.1:9443/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 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aegis-test-1234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before exposing admin port:  `waf admin set-password`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1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 +  Live Feed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KPIs, world-map geolocation of blocked requests, every audit event streamed over SSE.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WAF traffic monitoring  ·  last update 1s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attack origins  ·  last 60s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ACTIVE SOURCE   ·   365 blocked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SG-1 EDGE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via SSE  ·  CONNECTED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45.155.205.10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/?q=&lt;script&gt;...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185.220.101.5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/../../etc/...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203.0.113.45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/?cmd=$(cat...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/api/health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1.1.1.1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/static/app.js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94.142.241.5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/?q=${jndi:...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/.git/config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125.209.211.5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/api/v1/users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22:00:52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5.180.45.5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/?q=__proto__...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2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Detectors &amp; Tiers  +  Routing &amp; Upstreams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 — every toggle, every route, every pool change goes through the audit chain. Hot-swap, no restart.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&amp; TIERS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VERDICT  ·  observe → enforce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0.5ms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MASK  ·  chip = name · score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· 40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 · 35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 · 45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 · 50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 · 40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 · 60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cmd_injection · 60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 · 50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 · 50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 · 30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 · 30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 · 60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73152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 · 35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51460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 · 90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· 50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48640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881378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881378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881378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60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14116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3214116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214116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70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46854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46854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46854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80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0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ROUTE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POOL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POST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/api/*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/admin/*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/static/*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cdn-origin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POOLS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p2c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of 3 up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least_conn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of 5 up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round_robin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3 up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CHEAT SHEET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targets  +  waf CLI  +  benchmark contract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smoke / load / contract test ships in tests/  ·  one README per subfolder.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            (prod-balanced)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     (PCI/HIPAA/SOC2)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 (CDN front-door)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mock-load-attacks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mock-load-mix  (~5k RPS)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obs-up         (Prom+Graf+Jaeger)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bench-dev      (v2.3 contract)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 (~2,800 tests)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clippy         (-D warnings)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smoke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ci-local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CLI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run    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validate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Audit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audit   verify --from &lt;p&gt;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set-password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enroll-totp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Disaster recovery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snapshot --out 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restore  --from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version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help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CONTRACT v2.3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"X-Benchmark-Secret: $S"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Reset state (atomic)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"X-Benchmark-..."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/__waf_control/reset_state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Toggle SQLi → log_only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...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/__waf_control/set_profile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Verify X-WAF-* headers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/?q=1' OR '1'='1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STUMBLES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:8443 in use → `lsof -i :8443`  ·  redis refused → `make redis-up`  ·  TLS handshake → `curl -k` (dev cert is self-signed)  ·  full guide → docs/operator/usage.md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 checklist  ·  pick a profile  ·  read the docs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· Helm chart · binary handover via fd-passing · ServiceDiscovery watchers.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A PROFILE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config/profiles/prod-balanced.yaml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default — 99 % of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config/profiles/prod-strict.yaml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HIPAA · SOC 2 · GDPR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config/profiles/prod-high-throughput.yaml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front-door · &gt; 5 k RPS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IMAGE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bash deploy/docker-build.sh --tag aegis-gate:0.x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 ·  amd64 + arm64  ·  non-root  ·  ~70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helm upgrade --install aegis deploy/helm/aegis-gate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image.tag=0.x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redis.url=redis://prod-redis:6379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QUICKSTART.md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walkthrough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docs/FEATURES.md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QC playbook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docs/security/security-engine.md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walkthrough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docs/operator/soc-runbook.md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runbook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docs/operator/upstream-cookbook.md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recipes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deploy/GUIDE.md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FFD541"/>
                </a:solidFill>
                <a:latin typeface="Courier New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E5E7EB"/>
                </a:solidFill>
                <a:latin typeface="Arial Black"/>
              </a:rPr>
              <a:t>Where Aegis-Gate goes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9CA3AF"/>
                </a:solidFill>
                <a:latin typeface="Calibri"/>
              </a:rPr>
              <a:t>Graded against the 2025–26 WAAP leaders · capability tiers + an enterprise-readiness foundation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54864" cy="17830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11095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6B7280"/>
                </a:solidFill>
                <a:latin typeface="Courier New"/>
              </a:rPr>
              <a:t>TIER 0  · 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03704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40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Fix the 2 red tests; keep HTTP/3 gated until wired.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783080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2696" y="1783080"/>
            <a:ext cx="54864" cy="178308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911095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FFD541"/>
                </a:solidFill>
                <a:latin typeface="Courier New"/>
              </a:rPr>
              <a:t>TIER 1  ·  S→L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203704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API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606040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Gartner #1. Guards → OpenAPI enforcement → discovery → BOLA/BFLA.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783080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54864" cy="178308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911095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60A5FA"/>
                </a:solidFill>
                <a:latin typeface="Courier New"/>
              </a:rPr>
              <a:t>TIER 2  · 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03704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AI / LLM firewall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Prompt-injection &amp; jailbreak, response inspection, token-aware limits.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16568" y="1783080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16568" y="1783080"/>
            <a:ext cx="54864" cy="178308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7736" y="1911095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F87171"/>
                </a:solidFill>
                <a:latin typeface="Courier New"/>
              </a:rPr>
              <a:t>TIER 3  ·  M-L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2203704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Client-side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2606040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PCI DSS 4.0.1. Page Shield: CSP, script integrity, PCI mode.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75887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675887"/>
            <a:ext cx="54864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3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Courier New"/>
              </a:rPr>
              <a:t>TIER 4  · 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096511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Bot management + ATO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498848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Classifier enforcement, ML bot score, credential-stuffing defense.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82696" y="3675887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82696" y="3675887"/>
            <a:ext cx="54864" cy="17830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3864" y="3803903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A78BFA"/>
                </a:solidFill>
                <a:latin typeface="Courier New"/>
              </a:rPr>
              <a:t>TIER 5  ·  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4096511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ML positive security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4498848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Auto-baseline traffic → zero-day flags. Adaptive L7 DDoS.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3675887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3675887"/>
            <a:ext cx="54864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803903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F59E0B"/>
                </a:solidFill>
                <a:latin typeface="Courier New"/>
              </a:rPr>
              <a:t>TIER 6  ·  M-L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096511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Managed ruleset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498848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CRS-class managed signatures + CVE virtual-patch feed.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16568" y="3675887"/>
            <a:ext cx="2706624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16568" y="3675887"/>
            <a:ext cx="54864" cy="1783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17736" y="3803903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>
                <a:solidFill>
                  <a:srgbClr val="22D3EE"/>
                </a:solidFill>
                <a:latin typeface="Courier New"/>
              </a:rPr>
              <a:t>FOUNDATION  ·  S→L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4096511"/>
            <a:ext cx="2340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E5E7EB"/>
                </a:solidFill>
                <a:latin typeface="Calibri"/>
              </a:rPr>
              <a:t>Enterprise identity — RBAC &amp; SSO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17736" y="4498848"/>
            <a:ext cx="234086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9CA3AF"/>
                </a:solidFill>
                <a:latin typeface="Calibri"/>
              </a:rPr>
              <a:t>Multi-user accounts, human RBAC, per-user audit, dashboard OIDC SSO. P1 self-service hardening ships standalone.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596128"/>
            <a:ext cx="11420856" cy="713232"/>
          </a:xfrm>
          <a:prstGeom prst="rect">
            <a:avLst/>
          </a:prstGeom>
          <a:solidFill>
            <a:srgbClr val="1A2030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5596128"/>
            <a:ext cx="54864" cy="713232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7150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FFD541"/>
                </a:solidFill>
                <a:latin typeface="Courier New"/>
              </a:rPr>
              <a:t>▶ RECOMMENDED NEXT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Calibri"/>
              </a:rPr>
              <a:t>Tier 1A — wire the existing API guards (S) on a green branch — ships Gartner’s #1 priority; Foundation P1 (self-service hardening) is a parallel standalone win.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Aegis-Gate v0.1.0  ·  WAF &amp; Security Gateway  ·  north-star roadmap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Aegis-Gate — WAF &amp; Security Gateway</dc:title>
  <dc:subject>PptxGenJS Presentation</dc:subject>
  <dc:creator>Aegis-Gate</dc:creator>
  <cp:lastModifiedBy>Aegis-Gate</cp:lastModifiedBy>
  <cp:revision>1</cp:revision>
  <dcterms:created xsi:type="dcterms:W3CDTF">2026-05-19T18:59:08Z</dcterms:created>
  <dcterms:modified xsi:type="dcterms:W3CDTF">2026-05-19T18:59:08Z</dcterms:modified>
</cp:coreProperties>
</file>