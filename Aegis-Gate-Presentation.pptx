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138160" y="365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ENTERPRISE CONTROL PLANE  ·  v0.1.0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1280160" cy="1280160"/>
          </a:xfrm>
          <a:prstGeom prst="roundRect">
            <a:avLst>
              <a:gd name="adj" fmla="val 14286"/>
            </a:avLst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224028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800" kern="0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AEGIS-GATE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2240280" y="2926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D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Application Firewall  ·  Security Gateway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40280" y="36118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BIG-IP / Imperva / Akamai-class capability — single-binary, distroless, hot-reloadable.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in Rust. Tiered OWASP detection + AI verdict + audit-chained control plane.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3152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6868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(k6, p99 1.03 ms)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0624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~70 MB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34340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binary  ·  distroless image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80960" y="5029200"/>
            <a:ext cx="3200400" cy="1188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0" y="5166360"/>
            <a:ext cx="3200400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17+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7818120" y="5715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REST + SSE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AEGIS-GATE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Enterprise WAF capability — without the licensing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· healthcare · public sector deployments that need real control, not a black box.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783080"/>
            <a:ext cx="54864" cy="45720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INCUMBENT TAX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· Imperva · Akamai Kona · Cloudflare Enterprise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Per-RPS pricing, opaque rule sets, slow custom-rule loops.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Cloud-only — limited self-host, no air-gap deploy.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Vendor-controlled detection model &amp; threat intel.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behind a UI, not hash-chained on disk.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783080"/>
            <a:ext cx="3703320" cy="4572000"/>
          </a:xfrm>
          <a:prstGeom prst="rect">
            <a:avLst/>
          </a:prstGeom>
          <a:solidFill>
            <a:srgbClr val="1A2030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78308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AEGIS APPROACH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 ·  own the data plane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 routes, detectors, certs, rate-limits — no restart.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 NDJSON audit, witness export, CLI verifier.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+ custom rules + optional ONNX AI verdict (your model).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image, fd-passing hot-restart, K8s/Helm-ready.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78308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78308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94767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SHIPS WITH 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58568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teams that need a real audit chain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3108960"/>
            <a:ext cx="3337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Fintech — PCI / SOC 2 / FIPS workloads, mTLS upstreams.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— HIPAA, DLP inbound + outbound, audit witness.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sector — air-gap deploy, no third-party cloud calls.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teams — multi-vhost upstreams, GitOps config source.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ships in v0.1.0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a `prod-balanced` profile, laptop hardware, k6 driver.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4,891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RPS sustained  ·  k6 driver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37,600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2900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req/s baseline  ·  median 60 µs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1.03 ms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35508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latency under load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144000" y="192024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0" y="205740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694 µs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281160" y="26974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detector mean inference (ONNX)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2,800+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50292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in workspace  ·  zero warnings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60A5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17+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342900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pages  ·  React 18 SPA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~70 MB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635508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binary  ·  distroless image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144000" y="3337560"/>
            <a:ext cx="278892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3474720"/>
            <a:ext cx="2788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6×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9281160" y="411480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surfaces hot-reload  ·  no restart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5760" y="493776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" y="5029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528523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build:  redis · geoip · alerts · ai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taxii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58191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6946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etcd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55701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otel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4456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53212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9672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07224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494776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482328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k8s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469880" y="5669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affinity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 flow  ·  data plane + control plane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plane and control plane share nothing on the hot path except an ArcSwap&lt;Config&gt;.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8470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Worker Supervisor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13232" y="20345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SO_REUSEPORT · tokio · graceful drain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194560" y="22402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3317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3317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3500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TLS / SNI / ACME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13232" y="25374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OCSP staple  ·  hot swap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194560" y="27432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8640" y="28346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8346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28529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Protocol Layer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13232" y="30403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/ h2 / h3 · WS · gRPC · TCP CONNECT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194560" y="324612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8640" y="333756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3756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335584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Admission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3232" y="354330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concurrency  ·  priority queue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194560" y="374904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48640" y="384048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384048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385876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Route Table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3232" y="404622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+ regex  ·  audit-mutated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194560" y="425196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48640" y="434340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34340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3232" y="436168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Security Pipeline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3232" y="454914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detectors  ·  rate-limit  ·  DDoS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194560" y="475488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484632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484632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3232" y="486460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Upstream Pools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3232" y="505206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LB strategies  ·  health  ·  circuit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194560" y="5257800"/>
            <a:ext cx="0" cy="9144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548640" y="5349240"/>
            <a:ext cx="3291840" cy="411480"/>
          </a:xfrm>
          <a:prstGeom prst="roundRect">
            <a:avLst>
              <a:gd name="adj" fmla="val 13333"/>
            </a:avLst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48640" y="5349240"/>
            <a:ext cx="73152" cy="41148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3232" y="5367528"/>
            <a:ext cx="306324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Response Filter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13232" y="5554980"/>
            <a:ext cx="3063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hardening  ·  DLP outbound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486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Internet  ▼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4864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Backend pools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1783080"/>
            <a:ext cx="7040880" cy="18288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1783080"/>
            <a:ext cx="54864" cy="18288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0" y="18745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  (loopback)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754880" y="212140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 WAF Console  ·  React 18 SPA  ·  /dashboard/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754880" y="2514600"/>
            <a:ext cx="6675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Auth: IP-allow → mTLS → argon2id → TOTP → HMAC session → CSRF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CRUD: every config change hash-chained, hot-swapped, no restart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+ SSE  ·  /metrics  ·  /healthz/{live,ready}  ·  per-page error boundary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0" y="3840480"/>
            <a:ext cx="54864" cy="9601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0916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chain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470916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NDJSON · 8 SIEM sinks · CLI verifier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96468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64680" y="384048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0184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State backend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710184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 · Redis (counters · leases · blocks)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9357360" y="384048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357360" y="384048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494520" y="393192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Threat intel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9494520" y="422452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STIX/TAXII · MaxMind GeoIP · live feed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457200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72000" y="4937760"/>
            <a:ext cx="54864" cy="960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0916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Hot reload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70916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 watcher ~100 ms · etcd poll ~5 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96468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964680" y="4937760"/>
            <a:ext cx="54864" cy="96012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0184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710184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OTLP gRPC · Jaeger spans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9357360" y="4937760"/>
            <a:ext cx="2255520" cy="960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357360" y="4937760"/>
            <a:ext cx="54864" cy="9601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494520" y="5029200"/>
            <a:ext cx="2026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Secrets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9494520" y="5321808"/>
            <a:ext cx="202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 · Vault · AWS · GCP · Azure resolvers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Reverse proxy + protocol fan-out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Rust binary on tokio, hyper 1.x, rustls. Hot-swap routes &amp; upstreams from YAML, etcd, or the dashboard.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21945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HTTP/1.1 · HTTP/2 · HTTP/3 · WS · gRPC · TCP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ALPN-driven auto upgrade. WebSocket bridge auto-detected on http/https/auto schemes. h3 listener behind the `http3` feature (quinn + h3). Raw TCP tunnel via CONNECT.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82880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1828800"/>
            <a:ext cx="54864" cy="21945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0" y="1965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226771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+ path trie  ·  5 LB strategies  ·  audit-mutated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69748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round_robin · weighted_round_robin · least_conn · consistent_hash · p2c. Per-member host_header override + SNI pinning for multi-vhost. Hostname-addressed members resolved + multi-A expanded at boot, TTL-aware DNS refresh in background.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160520"/>
            <a:ext cx="54864" cy="2194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TLS / mTLS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rustls 0.23  ·  ACME  ·  OCSP staple  ·  SAN allow-list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Hot-reloadable cert store. Optional client-cert mTLS with SAN allow-list + audit-chained CA bundle hot-swap. ACME issuance + renewal via the cert resolver, no external sidecar.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72200" y="4160520"/>
            <a:ext cx="5669280" cy="21945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4160520"/>
            <a:ext cx="54864" cy="2194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4297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PERFORMANCE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4599432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4,891 RPS sustained  ·  p99 1.03 ms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37,600 req/s baseline, median 60 µs. Adaptive concurrency admission control with priority queue — CRITICAL tier is never shed. Binary handover via fd-passing (`kill -USR2`) for hot-restarts with no dropped connections.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PIPELINE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Tiered detector chain  ·  per-class hot toggles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 flows through ordered stages — earliest cheap filters, latest AI verdict. Per-tier risk thresholds.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/ threat intel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2593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79908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9908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JA4 / h2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925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23240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3240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92574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5726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5726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gate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25896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099048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99048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detectors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9218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532370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32370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classifier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892540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965692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965692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guard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5862" y="2148840"/>
            <a:ext cx="73152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10399014" y="1828800"/>
            <a:ext cx="1360170" cy="640080"/>
          </a:xfrm>
          <a:prstGeom prst="roundRect">
            <a:avLst>
              <a:gd name="adj" fmla="val 8571"/>
            </a:avLst>
          </a:prstGeom>
          <a:solidFill>
            <a:srgbClr val="151B27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99014" y="1828800"/>
            <a:ext cx="13601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→ Challenge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2834640"/>
            <a:ext cx="685800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34640"/>
            <a:ext cx="54864" cy="374904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297180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OWASP DETECTORS  ·  per-class hot toggle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3387852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3337560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194560" y="3337560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+ Unicode boundary, UNION, time-based, conv()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8640" y="3602736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3552444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194560" y="3552444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Tag, attr, JS-URI, SVG payload, mixed-context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48640" y="3817620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3767328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traversal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2194560" y="3767328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../, %2e%2e, encoded, double-encoded, absolute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403250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1520" y="3982212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194560" y="3982212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IPs, file://, gopher://, internal CIDRs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48640" y="4247388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4197096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 injection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194560" y="4197096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CRLF, smuggling, malformed via headers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48640" y="446227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" y="4411980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 abuse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2194560" y="4411980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Oversize · depth · zip-bomb · proto-pollution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48640" y="467715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4626864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XXE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2194560" y="4626864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DOCTYPE entity, external DTD, billion-laughs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" y="4892040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4841748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Mass assignment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2194560" y="4841748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field write, role escalation patterns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48640" y="5106924"/>
            <a:ext cx="109728" cy="10972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1520" y="5056632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Command inj.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2194560" y="5056632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$(), |cmd, /bin/sh, Log4Shell ${jndi:…}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8640" y="5321808"/>
            <a:ext cx="109728" cy="109728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1520" y="5271516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inj.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2194560" y="5271516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/ Twig / SpEL / Freemarker / Velocity / HBS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48640" y="5536692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" y="5486400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 inj.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2194560" y="5486400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[$ne], [$where], {"$gt":…}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48640" y="5751576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1520" y="5701284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redirect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2194560" y="5701284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?next=, ?redirect_uri= with operator allowlist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48640" y="5966460"/>
            <a:ext cx="109728" cy="109728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" y="5916168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 / scanner</a:t>
            </a:r>
            <a:endParaRPr lang="en-US" sz="1050" dirty="0"/>
          </a:p>
        </p:txBody>
      </p:sp>
      <p:sp>
        <p:nvSpPr>
          <p:cNvPr id="70" name="Text 68"/>
          <p:cNvSpPr/>
          <p:nvPr/>
        </p:nvSpPr>
        <p:spPr>
          <a:xfrm>
            <a:off x="2194560" y="5916168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sqlmap, nikto, burp, dirbuster, nuclei UA + paths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48640" y="6181344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31520" y="6131052"/>
            <a:ext cx="1417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 brute-force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2194560" y="6131052"/>
            <a:ext cx="4846320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+ per-user lockout, distributed bypass detect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7360920" y="2834640"/>
            <a:ext cx="4434840" cy="37490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360920" y="2834640"/>
            <a:ext cx="54864" cy="374904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543800" y="29718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TIERS  ·  per-tier block threshold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543800" y="333756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8915400" y="333756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60</a:t>
            </a:r>
            <a:endParaRPr lang="en-US" sz="1100" dirty="0"/>
          </a:p>
        </p:txBody>
      </p:sp>
      <p:sp>
        <p:nvSpPr>
          <p:cNvPr id="80" name="Text 78"/>
          <p:cNvSpPr/>
          <p:nvPr/>
        </p:nvSpPr>
        <p:spPr>
          <a:xfrm>
            <a:off x="7543800" y="368503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auth/payment APIs · never shed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43800" y="39776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8915400" y="3977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80</a:t>
            </a:r>
            <a:endParaRPr lang="en-US" sz="1100" dirty="0"/>
          </a:p>
        </p:txBody>
      </p:sp>
      <p:sp>
        <p:nvSpPr>
          <p:cNvPr id="84" name="Text 82"/>
          <p:cNvSpPr/>
          <p:nvPr/>
        </p:nvSpPr>
        <p:spPr>
          <a:xfrm>
            <a:off x="7543800" y="432511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user-mutating endpoints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543800" y="461772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8915400" y="461772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100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7543800" y="496519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APIs · default tier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543800" y="52578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900" dirty="0"/>
          </a:p>
        </p:txBody>
      </p:sp>
      <p:sp>
        <p:nvSpPr>
          <p:cNvPr id="91" name="Text 89"/>
          <p:cNvSpPr/>
          <p:nvPr/>
        </p:nvSpPr>
        <p:spPr>
          <a:xfrm>
            <a:off x="8915400" y="525780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 @ 120</a:t>
            </a:r>
            <a:endParaRPr lang="en-US" sz="1100" dirty="0"/>
          </a:p>
        </p:txBody>
      </p:sp>
      <p:sp>
        <p:nvSpPr>
          <p:cNvPr id="92" name="Text 90"/>
          <p:cNvSpPr/>
          <p:nvPr/>
        </p:nvSpPr>
        <p:spPr>
          <a:xfrm>
            <a:off x="7543800" y="5605272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· cacheable surface</a:t>
            </a:r>
            <a:endParaRPr lang="en-US" sz="1000" dirty="0"/>
          </a:p>
        </p:txBody>
      </p:sp>
      <p:sp>
        <p:nvSpPr>
          <p:cNvPr id="93" name="Text 91"/>
          <p:cNvSpPr/>
          <p:nvPr/>
        </p:nvSpPr>
        <p:spPr>
          <a:xfrm>
            <a:off x="7543800" y="61264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Audit-mutated, hot-swap, no restart.  Per-tier `challenges_enabled` toggle in dashboard.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BEYOND REGEX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verdict  ·  composite risk  ·  challenge ladder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the operator-supplied ONNX model behind the regex detectors. Hybrid observe / enforce for safe rollouts.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4572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9339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860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  ·  26-feature  ·  ort 2.0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3337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Operator-supplied model — your data, your verdict.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26-feature request extractor (URL, headers, body shape, fingerprint).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attack-vs-normal output, configurable threshold.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inference 694 µs.  +1.1 ms p95 / +2.3 ms p99 when chained after regex.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mode: `observe` (shadow) → `enforce` (block).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182880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828800"/>
            <a:ext cx="54864" cy="45720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99339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SCORING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860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 ·  decay  ·  trust recovery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34840" y="2788920"/>
            <a:ext cx="3337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/ per-fingerprint score, exponential decay.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detector hits, JA4 / JA3, h2 fingerprint, geo, ASN, threat-intel hit.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recovery — clean traffic from a high-score IP gradually lowers risk.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Per-tier `block_at` / `challenge_at` thresholds, hot-swap.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on Top Attackers + Live Feed (`risk` column).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703320" cy="4572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828800"/>
            <a:ext cx="54864" cy="4572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993392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 MGMT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860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h2  ·  challenge ladder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75320" y="2788920"/>
            <a:ext cx="33375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JA4 / JA3 TLS fingerprint + HTTP/2 fingerprint + UA entropy.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Verified-bot rDNS — Googlebot / Bingbot whitelist.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scoring: req-per-sec, path entropy, header anomalies.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Ladder:  JS challenge → CAPTCHA → block.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tokens HMAC-signed, nonce-bound.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 PROTECTION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Per-IP burst gate  +  global spike-mode (v1 single-node)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Request-flow gate — secure by default. Burst exceed → HTTP 403 + X-WAF-Action: block per v2.3 interop contract §3.1.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5486400" cy="4617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0116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DECISION FLOW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754880" cy="713232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23160"/>
            <a:ext cx="54864" cy="7132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14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sliding-window counter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7889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burst &gt; threshold ?  →  block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08960" y="3136392"/>
            <a:ext cx="0" cy="13716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31520" y="3273552"/>
            <a:ext cx="4754880" cy="713232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273552"/>
            <a:ext cx="54864" cy="71323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6499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global RPS ticker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363931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α-smoothed  ·  spike ratio vs μ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108960" y="3986784"/>
            <a:ext cx="0" cy="13716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731520" y="4123944"/>
            <a:ext cx="4754880" cy="713232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123944"/>
            <a:ext cx="54864" cy="71323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2153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Spike-mode tighten (single-node)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448970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raises block_score for /tier ≥ HIGH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08960" y="4837176"/>
            <a:ext cx="0" cy="13716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31520" y="4974336"/>
            <a:ext cx="4754880" cy="713232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4974336"/>
            <a:ext cx="54864" cy="7132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0657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broadcast  (deferred)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53400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ha-clustering track  ·  Redis pub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89320" y="1874520"/>
            <a:ext cx="5806440" cy="21031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89320" y="1874520"/>
            <a:ext cx="54864" cy="21031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72200" y="198424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 POLICY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72200" y="225856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by default — enforce + audit-chained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217920" y="2624328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ddos: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enabled: true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observe_only: false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burst: { window: 1s, limit: 200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spike: { window: 10s, factor: 4.0 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tighten_tiers: [critical, high]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89320" y="4069080"/>
            <a:ext cx="5806440" cy="2423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89320" y="4069080"/>
            <a:ext cx="54864" cy="24231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4178808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RESPONSE ON BLOCK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72200" y="44531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v2.3 interop contract §3.1  ·  volumetric abuse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217920" y="4818888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HTTP/1.1 403 Forbidden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X-WAF-Action:    block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X-WAF-Reason:    ddos.burst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X-WAF-Tier:      medium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X-WAF-Decision-Id: 01HZE...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   text/plain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 PLANE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Aegis WAF Console  ·  17+ pages  ·  audit-mutated everything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SPA bundled into the binary. CSP `script-src 'self'`, no CDN, no unsafe-eval.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7680960" cy="46634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965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INVENTORY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 OPS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172968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557016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41064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325112"/>
            <a:ext cx="128016" cy="128016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Attackers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42316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423160" y="2788920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2432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&amp; Upstreams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423160" y="3172968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2432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Gates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423160" y="3557016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62432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423160" y="3941064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2432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Detectors &amp; Tiers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423160" y="4325112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24328" y="42336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20624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206240" y="278892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0740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206240" y="317296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0740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&amp; SLOs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06240" y="3557016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0740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206240" y="3941064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407408" y="38496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989320" y="23317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989320" y="278892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0488" y="2697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89320" y="3172968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90488" y="3081528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989320" y="355701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190488" y="3465576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&amp; Guide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229600" y="1828800"/>
            <a:ext cx="3566160" cy="22860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29600" y="1828800"/>
            <a:ext cx="54864" cy="2286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41248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 — DEFENSE IN DEPTH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458200" y="2331720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 allow-list (CIDR)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mTLS client cert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argon2id password hash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(RFC 6238)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HMAC session cookie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double-submit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Per-IP / per-user rate + lockout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229600" y="4251960"/>
            <a:ext cx="3566160" cy="22402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29600" y="4251960"/>
            <a:ext cx="54864" cy="2240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1248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CHAIN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412480" y="47091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hash-chained NDJSON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458200" y="507492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rotation + retention TTL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SIEM sinks  ·  CEF · LEEF · OCSF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 ·  witness export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`waf audit verify --from &lt;p&gt;`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Prometheus  ·  OTel  ·  Grafana  ·  Live Feed SSE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a counter, every span is a trace, every audit event streams to the dashboard in realtime.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27432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PROMETHEUS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Per-decision counters (allow / block / challenge)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Per-stage request-duration histogram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Per-route latency  ·  per-detector hits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Audit-event counter  ·  pool health gauges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Runtime: workers · blocking pool · I/O fds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06240" y="1828800"/>
            <a:ext cx="54864" cy="27432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OPENTELEMETRY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OTLP gRPC  ·  `otel` feature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#[tracing::instrument] on every hot-path span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parent-child traces per request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Span tags: decision-id, tier, detector, rule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context propagated to upstream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to existing collector / Tempo / Honeycomb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0" y="1828800"/>
            <a:ext cx="3703320" cy="27432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828800"/>
            <a:ext cx="54864" cy="27432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9659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 ·  `make obs-up`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75320" y="2679192"/>
            <a:ext cx="3337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 Overview board — RPS, blocks, latency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board — workers, mem, fd, GC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board — counters, leases, replication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file-provisioned — versioned with the repo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Jaeger at :16686 if `otel` feature enabled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754880"/>
            <a:ext cx="11430000" cy="1737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4754880"/>
            <a:ext cx="54864" cy="1737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892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  ·  /dashboard/sse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4360" y="5212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audit event streams to the dashboard. Proto pill on each row distinguishes http · ws-open · ws-close · tcp-open · tcp-close.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" y="5715000"/>
            <a:ext cx="10972800" cy="59436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7150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371600" y="571500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560320" y="5715000"/>
            <a:ext cx="1005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661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97680" y="5715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'1'='1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675120" y="571500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5715000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9552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 82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69680" y="571500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784080" y="57150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sqli.union, recon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 &amp; SCALING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Three-layer model  ·  in-node → across nodes → shared state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+ 3 ship today. Layer 2 (HA cluster) ships behind the ha-clustering track.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011680"/>
            <a:ext cx="777240" cy="777240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116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645920" y="18562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1  ·  IN-NODE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4592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tokio workers + CPU affinity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645920" y="253288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runtime.workers — multi-thread tokio runtime built at boot. `affinity` feature pins workers to cores. Restart-only — worker_threads is fixed once the runtime is built.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19202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runtime.workers · cpu_affinity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138160" y="22860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docs/operations/runtime-tuning.md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227832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3227832"/>
            <a:ext cx="54864" cy="137160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3547872"/>
            <a:ext cx="777240" cy="777240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5478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645920" y="33924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2  ·  ACROSS NODES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4592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peers behind a single VIP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node.id + an LB in front of N peers. Redis-shared rate-limit counters + leader lease so only one node executes singleton work (TI feed refresh, ACME renewal, alert dedupe).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345643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node.id  ·  state.redis  ·  external LB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38160" y="382219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docs/operations/ha-clustering.md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4764024"/>
            <a:ext cx="1143000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4764024"/>
            <a:ext cx="54864" cy="13716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5084064"/>
            <a:ext cx="777240" cy="7772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08406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0F1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1645920" y="49286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LAYER 3  ·  STATE BACKEND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645920" y="522122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Redis-backed shared state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1645920" y="560527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leases, block lists. Same shape across dev &amp; prod — local in-mem swap-out for tests. Token bucket + sliding-window rate-limit, leader lease via Lua, atomic CAS for config-version pins.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solidFill>
            <a:srgbClr val="11151F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38160" y="499262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KNOB  state.backend: redis  ·  state.redis.url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138160" y="5358384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Architecture.md §12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GUIDE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start  ·  three commands  ·  ~2 min cold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— `make run-dev` boots the WAF + Redis + mock upstream. The Makefile pulls Redis automatically the first 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69164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7830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03911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setup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" y="251460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TLS cert  +  release build  ·  cold ~2 min · warm ~10 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320040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329184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" y="354787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run-dev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94360" y="40233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WAF + Redis + mock upstream  ·  features: redis, geoip, alerts, ai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709160"/>
            <a:ext cx="6766560" cy="13716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65760" y="4709160"/>
            <a:ext cx="54864" cy="13716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800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5056632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urls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594360" y="553212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Prints every URL + log path  ·  copy-paste into browser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0" y="1691640"/>
            <a:ext cx="4480560" cy="214884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1691640"/>
            <a:ext cx="54864" cy="214884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1828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BOOT OUTPUT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43800" y="214884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0.0.0.0:8443 (tls=true)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data-plane listening on 0.0.0.0:8080 (tls=false)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admin-plane listening on 127.0.0.1:9443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detector wired into the chain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model_path=.../waf_model.onnx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0" y="3977640"/>
            <a:ext cx="4480560" cy="23317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0" y="3977640"/>
            <a:ext cx="54864" cy="233172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40873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THE DASHBOARD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98080" y="43891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http://127.0.0.1:9443/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98080" y="489204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user:    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password: </a:t>
            </a:r>
            <a:pPr indent="0" marL="0">
              <a:buNone/>
            </a:pPr>
            <a:r>
              <a:rPr lang="en-US" sz="13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aegis-test-1234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98080" y="57607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 before exposing admin port:  `waf admin set-password`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1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Overview  +  Live Feed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KPIs, world-map geolocation of blocked requests, every audit event streamed over SSE.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Realtime WAF traffic monitoring  ·  last update 1s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/ 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881378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72818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rate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954530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214116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05556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87268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46854" y="2606040"/>
            <a:ext cx="1259586" cy="91440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8294" y="2679192"/>
            <a:ext cx="10767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620006" y="2880360"/>
            <a:ext cx="111328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5349240" cy="2606040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7647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attack origins  ·  last 60s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069080"/>
            <a:ext cx="5257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ACTIVE SOURCE   ·   365 blocked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005840" y="5166360"/>
            <a:ext cx="64008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0" y="489204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4800600"/>
            <a:ext cx="82296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507492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49040" y="5257800"/>
            <a:ext cx="45720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06240" y="4892040"/>
            <a:ext cx="640080" cy="45720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37760" y="5166360"/>
            <a:ext cx="548640" cy="36576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80160" y="571500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34640" y="5715000"/>
            <a:ext cx="274320" cy="18288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937760" y="5806440"/>
            <a:ext cx="365760" cy="274320"/>
          </a:xfrm>
          <a:prstGeom prst="rect">
            <a:avLst/>
          </a:prstGeom>
          <a:solidFill>
            <a:srgbClr val="2A3441">
              <a:alpha val="50000"/>
            </a:srgbClr>
          </a:solidFill>
          <a:ln w="12700">
            <a:solidFill>
              <a:srgbClr val="2A344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26280" y="5120640"/>
            <a:ext cx="164592" cy="164592"/>
          </a:xfrm>
          <a:prstGeom prst="ellipse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89120" y="493776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SG-1 EDGE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FEED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21945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via SSE  ·  CONNECTED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537960" y="2542032"/>
            <a:ext cx="5212080" cy="292608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223760" y="254203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25420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8641080" y="2542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9738360" y="25420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42416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1064240" y="25420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8368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22:00:57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7223760" y="28346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138160" y="283464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641080" y="28346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/?q=1' OR ...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9738360" y="28346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1042416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1064240" y="283464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537960" y="3127248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223760" y="3127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45.155.205.10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138160" y="312724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41080" y="312724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/?q=&lt;script&gt;...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738360" y="312724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1042416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1064240" y="312724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658368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22:00:56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223760" y="341985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185.220.101.5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8138160" y="341985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8641080" y="34198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/../../etc/...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9738360" y="341985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1042416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11064240" y="341985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trav.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6537960" y="3712464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8368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223760" y="37124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203.0.113.45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8138160" y="371246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8641080" y="371246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/?cmd=$(cat...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9738360" y="371246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1042416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11064240" y="371246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658368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22:00:55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223760" y="400507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8.8.8.8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8138160" y="40050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8641080" y="400507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/api/health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9738360" y="400507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1042416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11064240" y="400507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537960" y="4297680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58368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7223760" y="42976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1.1.1.1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8138160" y="429768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8641080" y="429768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/static/app.js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9738360" y="42976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1042416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11064240" y="429768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58368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22:00:54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223760" y="45902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94.142.241.5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8138160" y="4590288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8641080" y="459028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/?q=${jndi:...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9738360" y="459028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1042416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11064240" y="45902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log4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537960" y="4882896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58368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7223760" y="488289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218.92.0.158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8138160" y="4882896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8641080" y="48828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/.git/config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9738360" y="488289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MEDIUM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1042416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11064240" y="488289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58368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22:00:53</a:t>
            </a:r>
            <a:endParaRPr lang="en-US" sz="850" dirty="0"/>
          </a:p>
        </p:txBody>
      </p:sp>
      <p:sp>
        <p:nvSpPr>
          <p:cNvPr id="108" name="Text 106"/>
          <p:cNvSpPr/>
          <p:nvPr/>
        </p:nvSpPr>
        <p:spPr>
          <a:xfrm>
            <a:off x="7223760" y="51755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125.209.211.5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8138160" y="517550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8641080" y="517550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/api/v1/users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9738360" y="5175504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LOW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1042416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11064240" y="517550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850" dirty="0"/>
          </a:p>
        </p:txBody>
      </p:sp>
      <p:sp>
        <p:nvSpPr>
          <p:cNvPr id="114" name="Shape 112"/>
          <p:cNvSpPr/>
          <p:nvPr/>
        </p:nvSpPr>
        <p:spPr>
          <a:xfrm>
            <a:off x="6537960" y="5468112"/>
            <a:ext cx="5212080" cy="292608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58368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22:00:52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7223760" y="546811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5.180.45.5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8138160" y="54681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850" dirty="0"/>
          </a:p>
        </p:txBody>
      </p:sp>
      <p:sp>
        <p:nvSpPr>
          <p:cNvPr id="118" name="Text 116"/>
          <p:cNvSpPr/>
          <p:nvPr/>
        </p:nvSpPr>
        <p:spPr>
          <a:xfrm>
            <a:off x="8641080" y="54681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/?q=__proto__...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9738360" y="546811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1042416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BLOCK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11064240" y="546811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TOUR  ·  2 /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Detectors &amp; Tiers  +  Routing &amp; Upstreams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Audit-mutated CRUD — every toggle, every route, every pool change goes through the audit chain. Hot-swap, no restart.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DETECTORS &amp; TIERS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49240" cy="96012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359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VERDICT  ·  observe → enforce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1,247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984248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18.4%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984248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ATTACK RATE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82696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82696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81144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D54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694µs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1144" y="297180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MEAN INF.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21792" y="3438144"/>
            <a:ext cx="128016" cy="128016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383280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537460" y="342900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84932" y="3438144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96412" y="3438144"/>
            <a:ext cx="128016" cy="128016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97580" y="3383280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xss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0" y="342900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9552" y="3438144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3721608"/>
            <a:ext cx="128016" cy="128016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666744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path_traversal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537460" y="3712464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84932" y="3721608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96412" y="3721608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97580" y="3666744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ssrf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212080" y="3712464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59552" y="3721608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21792" y="400507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3950208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header_injection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537460" y="3995928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84932" y="4005072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6412" y="4005072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97580" y="3950208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body_abuse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212080" y="3995928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59552" y="4005072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4288536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233672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xxe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537460" y="4279392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884932" y="4288536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96412" y="4288536"/>
            <a:ext cx="128016" cy="128016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97580" y="4233672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cmd_injection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212080" y="4279392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559552" y="4288536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792" y="4572000"/>
            <a:ext cx="128016" cy="128016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2960" y="4517136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template_inj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537460" y="4562856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884932" y="4572000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96412" y="457200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97580" y="4517136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nosql_injection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5212080" y="4562856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59552" y="4572000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1792" y="4855464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22960" y="4800600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open_redirect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37460" y="484632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884932" y="4855464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296412" y="4855464"/>
            <a:ext cx="128016" cy="128016"/>
          </a:xfrm>
          <a:prstGeom prst="ellipse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497580" y="4800600"/>
            <a:ext cx="15316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recon_scanner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212080" y="484632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59552" y="4855464"/>
            <a:ext cx="164592" cy="164592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400800" y="1828800"/>
            <a:ext cx="5486400" cy="4617720"/>
          </a:xfrm>
          <a:prstGeom prst="rect">
            <a:avLst/>
          </a:prstGeom>
          <a:solidFill>
            <a:srgbClr val="0B0F1A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ROUTING &amp; UPSTREAMS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solidFill>
            <a:srgbClr val="FFD541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189720" y="19202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0F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ROUTE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solidFill>
            <a:srgbClr val="151B27"/>
          </a:solidFill>
          <a:ln w="6350">
            <a:solidFill>
              <a:srgbClr val="2A3441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515600" y="19202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ADD POOL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6583680" y="22860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583680" y="2560320"/>
            <a:ext cx="5120640" cy="256032"/>
          </a:xfrm>
          <a:prstGeom prst="rect">
            <a:avLst/>
          </a:prstGeom>
          <a:solidFill>
            <a:srgbClr val="11151F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7512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7955280" y="256032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8641080" y="256032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METHODS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9509760" y="2560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10789920" y="2560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667512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7955280" y="281635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8641080" y="281635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POST</a:t>
            </a:r>
            <a:endParaRPr lang="en-US" sz="950" dirty="0"/>
          </a:p>
        </p:txBody>
      </p:sp>
      <p:sp>
        <p:nvSpPr>
          <p:cNvPr id="82" name="Text 80"/>
          <p:cNvSpPr/>
          <p:nvPr/>
        </p:nvSpPr>
        <p:spPr>
          <a:xfrm>
            <a:off x="9509760" y="28163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10789920" y="28163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6583680" y="309067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67512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/api/*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7955280" y="30906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8641080" y="309067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9509760" y="3090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10789920" y="3090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667512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/admin/*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7955280" y="336499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8641080" y="33649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950976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950" dirty="0"/>
          </a:p>
        </p:txBody>
      </p:sp>
      <p:sp>
        <p:nvSpPr>
          <p:cNvPr id="94" name="Text 92"/>
          <p:cNvSpPr/>
          <p:nvPr/>
        </p:nvSpPr>
        <p:spPr>
          <a:xfrm>
            <a:off x="10789920" y="3364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DEGRADED</a:t>
            </a:r>
            <a:endParaRPr lang="en-US" sz="950" dirty="0"/>
          </a:p>
        </p:txBody>
      </p:sp>
      <p:sp>
        <p:nvSpPr>
          <p:cNvPr id="95" name="Shape 93"/>
          <p:cNvSpPr/>
          <p:nvPr/>
        </p:nvSpPr>
        <p:spPr>
          <a:xfrm>
            <a:off x="6583680" y="3639312"/>
            <a:ext cx="5120640" cy="274320"/>
          </a:xfrm>
          <a:prstGeom prst="rect">
            <a:avLst/>
          </a:prstGeom>
          <a:solidFill>
            <a:srgbClr val="11151F">
              <a:alpha val="40000"/>
            </a:srgbClr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67512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/static/*</a:t>
            </a:r>
            <a:endParaRPr lang="en-US" sz="950" dirty="0"/>
          </a:p>
        </p:txBody>
      </p:sp>
      <p:sp>
        <p:nvSpPr>
          <p:cNvPr id="97" name="Text 95"/>
          <p:cNvSpPr/>
          <p:nvPr/>
        </p:nvSpPr>
        <p:spPr>
          <a:xfrm>
            <a:off x="7955280" y="363931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prefix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8641080" y="363931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9509760" y="3639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cdn-origin</a:t>
            </a:r>
            <a:endParaRPr lang="en-US" sz="950" dirty="0"/>
          </a:p>
        </p:txBody>
      </p:sp>
      <p:sp>
        <p:nvSpPr>
          <p:cNvPr id="100" name="Text 98"/>
          <p:cNvSpPr/>
          <p:nvPr/>
        </p:nvSpPr>
        <p:spPr>
          <a:xfrm>
            <a:off x="10789920" y="36393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HEALTHY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6583680" y="41879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UPSTREAM POOLS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6583680" y="44622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675120" y="45994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6903720" y="44622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my-backend</a:t>
            </a:r>
            <a:endParaRPr lang="en-US" sz="1100" dirty="0"/>
          </a:p>
        </p:txBody>
      </p:sp>
      <p:sp>
        <p:nvSpPr>
          <p:cNvPr id="105" name="Text 103"/>
          <p:cNvSpPr/>
          <p:nvPr/>
        </p:nvSpPr>
        <p:spPr>
          <a:xfrm>
            <a:off x="8503920" y="44622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p2c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9875520" y="44622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of 3 up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583680" y="49194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675120" y="505663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903720" y="49194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api-pool</a:t>
            </a:r>
            <a:endParaRPr lang="en-US" sz="1100" dirty="0"/>
          </a:p>
        </p:txBody>
      </p:sp>
      <p:sp>
        <p:nvSpPr>
          <p:cNvPr id="110" name="Text 108"/>
          <p:cNvSpPr/>
          <p:nvPr/>
        </p:nvSpPr>
        <p:spPr>
          <a:xfrm>
            <a:off x="8503920" y="49194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least_conn</a:t>
            </a:r>
            <a:endParaRPr lang="en-US" sz="1000" dirty="0"/>
          </a:p>
        </p:txBody>
      </p:sp>
      <p:sp>
        <p:nvSpPr>
          <p:cNvPr id="111" name="Text 109"/>
          <p:cNvSpPr/>
          <p:nvPr/>
        </p:nvSpPr>
        <p:spPr>
          <a:xfrm>
            <a:off x="9875520" y="49194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of 5 up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6583680" y="5376672"/>
            <a:ext cx="5120640" cy="411480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6675120" y="551383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03720" y="5376672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internal-bk</a:t>
            </a:r>
            <a:endParaRPr lang="en-US" sz="1100" dirty="0"/>
          </a:p>
        </p:txBody>
      </p:sp>
      <p:sp>
        <p:nvSpPr>
          <p:cNvPr id="115" name="Text 113"/>
          <p:cNvSpPr/>
          <p:nvPr/>
        </p:nvSpPr>
        <p:spPr>
          <a:xfrm>
            <a:off x="8503920" y="5376672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round_robin</a:t>
            </a:r>
            <a:endParaRPr lang="en-US" sz="1000" dirty="0"/>
          </a:p>
        </p:txBody>
      </p:sp>
      <p:sp>
        <p:nvSpPr>
          <p:cNvPr id="116" name="Text 114"/>
          <p:cNvSpPr/>
          <p:nvPr/>
        </p:nvSpPr>
        <p:spPr>
          <a:xfrm>
            <a:off x="9875520" y="537667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of 3 up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118" name="Text 116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 CHEAT SHEET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make targets  +  waf CLI  +  benchmark contract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smoke / load / contract test ships in tests/  ·  one README per subfolder.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737360"/>
            <a:ext cx="54864" cy="40233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setup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run-dev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            (prod-balanced)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     (PCI/HIPAA/SOC2)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 (CDN front-door)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mock-load-attacks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mock-load-mix  (~5k RPS)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obs-up         (Prom+Graf+Jaeger)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bench-dev      (v2.3 contract)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        (~2,800 tests)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clippy         (-D warnings)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smoke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ci-local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0624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06240" y="1737360"/>
            <a:ext cx="54864" cy="402336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CLI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run    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validate --config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Audit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audit   verify --from &lt;p&gt;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Admin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set-password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admin   enroll-totp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Disaster recovery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snapshot --out 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restore  --from &lt;path&gt;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version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waf help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703320" cy="40233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1737360"/>
            <a:ext cx="54864" cy="40233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7532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CONTRACT v2.3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240280"/>
            <a:ext cx="3337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-H "X-Benchmark-Secret: $S"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/__waf_control/capabilities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Reset state (atomic)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"X-Benchmark-..."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/__waf_control/reset_state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Toggle SQLi → log_only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-XPOST -H ... \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/__waf_control/set_profile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Verify X-WAF-* headers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-i /?q=1' OR '1'='1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897880"/>
            <a:ext cx="11430000" cy="50292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" y="5897880"/>
            <a:ext cx="54864" cy="502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60076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STUMBLES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28800" y="600760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:8443 in use → `lsof -i :8443`  ·  redis refused → `make redis-up`  ·  TLS handshake → `curl -k` (dev cert is self-signed)  ·  full guide → docs/operator/usage.md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743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548640"/>
            <a:ext cx="114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E7E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Production checklist  ·  pick a profile  ·  read the docs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115568"/>
            <a:ext cx="11430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· Helm chart · binary handover via fd-passing · ServiceDiscovery watchers.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5715000" cy="320040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828800"/>
            <a:ext cx="54864" cy="320040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965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 A PROFILE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4360" y="237744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377440"/>
            <a:ext cx="64008" cy="758952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4688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74320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config/profiles/prod-balanced.yaml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292608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default — 99 % of cases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94360" y="324612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3246120"/>
            <a:ext cx="64008" cy="758952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337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run-strict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361188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config/profiles/prod-strict.yaml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· HIPAA · SOC 2 · GDPR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4360" y="4114800"/>
            <a:ext cx="5257800" cy="758952"/>
          </a:xfrm>
          <a:prstGeom prst="rect">
            <a:avLst/>
          </a:prstGeom>
          <a:solidFill>
            <a:srgbClr val="151B27"/>
          </a:solidFill>
          <a:ln w="6350">
            <a:solidFill>
              <a:srgbClr val="1F29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4114800"/>
            <a:ext cx="64008" cy="7589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062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run-throughput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448056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9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config/profiles/prod-high-throughput.yaml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" y="4663440"/>
            <a:ext cx="5166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front-door · &gt; 5 k RPS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63640" y="1828800"/>
            <a:ext cx="5532120" cy="15087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63640" y="1828800"/>
            <a:ext cx="54864" cy="15087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46520" y="196596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 IMAGE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92240" y="228600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bash deploy/docker-build.sh --tag aegis-gate:0.x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92240" y="2670048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Distroless multi-arch image  ·  amd64 + arm64  ·  non-root  ·  ~70 MB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3474720"/>
            <a:ext cx="5532120" cy="155448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3474720"/>
            <a:ext cx="54864" cy="155448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361188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0A5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HELM INSTALL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92240" y="3931920"/>
            <a:ext cx="5166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helm upgrade --install aegis deploy/helm/aegis-gate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image.tag=0.x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--set redis.url=redis://prod-redis:6379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solidFill>
            <a:srgbClr val="151B27"/>
          </a:solidFill>
          <a:ln w="9525">
            <a:solidFill>
              <a:srgbClr val="1F293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5120640"/>
            <a:ext cx="54864" cy="1280160"/>
          </a:xfrm>
          <a:prstGeom prst="rect">
            <a:avLst/>
          </a:prstGeom>
          <a:solidFill>
            <a:srgbClr val="FFD541"/>
          </a:solidFill>
          <a:ln w="12700">
            <a:solidFill>
              <a:srgbClr val="FFD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5257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DOCUMENTATION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9436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QUICKSTART.md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97764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Happy-path walkthrough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172200" y="5623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docs/FEATURES.md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555480" y="56235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Per-feature QC playbook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9436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docs/security/security-engine.md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97764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walkthrough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72200" y="587044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docs/operator/soc-runbook.md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9555480" y="587044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runbook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9436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docs/operator/upstream-cookbook.md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97764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Per-protocol recipes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172200" y="61173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deploy/GUIDE.md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555480" y="61173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6576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Aegis-Gate v0.1.0  ·  WAF &amp; Security Gateway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47120" y="652881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Aegis-Gate — WAF &amp; Security Gateway</dc:title>
  <dc:subject>PptxGenJS Presentation</dc:subject>
  <dc:creator>Aegis-Gate</dc:creator>
  <cp:lastModifiedBy>Aegis-Gate</cp:lastModifiedBy>
  <cp:revision>1</cp:revision>
  <dcterms:created xsi:type="dcterms:W3CDTF">2026-05-18T18:46:55Z</dcterms:created>
  <dcterms:modified xsi:type="dcterms:W3CDTF">2026-05-18T18:46:55Z</dcterms:modified>
</cp:coreProperties>
</file>